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sldIdLst>
    <p:sldId id="256" r:id="rId5"/>
    <p:sldId id="257" r:id="rId6"/>
    <p:sldId id="259" r:id="rId7"/>
    <p:sldId id="260" r:id="rId8"/>
    <p:sldId id="273" r:id="rId9"/>
    <p:sldId id="310" r:id="rId10"/>
    <p:sldId id="274" r:id="rId11"/>
    <p:sldId id="309" r:id="rId12"/>
    <p:sldId id="261" r:id="rId13"/>
    <p:sldId id="311" r:id="rId14"/>
    <p:sldId id="262" r:id="rId15"/>
    <p:sldId id="278" r:id="rId16"/>
    <p:sldId id="292" r:id="rId17"/>
    <p:sldId id="265" r:id="rId18"/>
    <p:sldId id="281" r:id="rId19"/>
    <p:sldId id="288" r:id="rId20"/>
    <p:sldId id="291" r:id="rId21"/>
    <p:sldId id="290" r:id="rId22"/>
    <p:sldId id="289" r:id="rId23"/>
    <p:sldId id="293" r:id="rId24"/>
    <p:sldId id="294" r:id="rId25"/>
    <p:sldId id="295" r:id="rId26"/>
    <p:sldId id="296" r:id="rId27"/>
    <p:sldId id="312" r:id="rId28"/>
    <p:sldId id="298" r:id="rId29"/>
    <p:sldId id="304" r:id="rId30"/>
    <p:sldId id="305" r:id="rId31"/>
    <p:sldId id="306" r:id="rId32"/>
    <p:sldId id="307" r:id="rId33"/>
    <p:sldId id="300" r:id="rId34"/>
    <p:sldId id="308" r:id="rId35"/>
    <p:sldId id="301" r:id="rId36"/>
    <p:sldId id="302" r:id="rId37"/>
    <p:sldId id="286" r:id="rId38"/>
    <p:sldId id="287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8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6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ona Labes" userId="d6b55a91-a466-458d-9522-8f059ad75c02" providerId="ADAL" clId="{AD0A3472-27D0-4D9D-BBF1-4FEB94122A90}"/>
    <pc:docChg chg="custSel addSld delSld modSld sldOrd">
      <pc:chgData name="Ramona Labes" userId="d6b55a91-a466-458d-9522-8f059ad75c02" providerId="ADAL" clId="{AD0A3472-27D0-4D9D-BBF1-4FEB94122A90}" dt="2026-07-10T07:35:28.069" v="95" actId="47"/>
      <pc:docMkLst>
        <pc:docMk/>
      </pc:docMkLst>
      <pc:sldChg chg="ord">
        <pc:chgData name="Ramona Labes" userId="d6b55a91-a466-458d-9522-8f059ad75c02" providerId="ADAL" clId="{AD0A3472-27D0-4D9D-BBF1-4FEB94122A90}" dt="2026-07-07T11:34:49.282" v="1"/>
        <pc:sldMkLst>
          <pc:docMk/>
          <pc:sldMk cId="3578674916" sldId="261"/>
        </pc:sldMkLst>
      </pc:sldChg>
      <pc:sldChg chg="addSp delSp modSp mod">
        <pc:chgData name="Ramona Labes" userId="d6b55a91-a466-458d-9522-8f059ad75c02" providerId="ADAL" clId="{AD0A3472-27D0-4D9D-BBF1-4FEB94122A90}" dt="2026-07-07T11:55:25.569" v="9" actId="1076"/>
        <pc:sldMkLst>
          <pc:docMk/>
          <pc:sldMk cId="2386906546" sldId="288"/>
        </pc:sldMkLst>
        <pc:picChg chg="add mod">
          <ac:chgData name="Ramona Labes" userId="d6b55a91-a466-458d-9522-8f059ad75c02" providerId="ADAL" clId="{AD0A3472-27D0-4D9D-BBF1-4FEB94122A90}" dt="2026-07-07T11:55:25.569" v="9" actId="1076"/>
          <ac:picMkLst>
            <pc:docMk/>
            <pc:sldMk cId="2386906546" sldId="288"/>
            <ac:picMk id="6" creationId="{F20D4D86-E8D5-C58C-9635-4557D6E9A0EC}"/>
          </ac:picMkLst>
        </pc:picChg>
      </pc:sldChg>
      <pc:sldChg chg="ord">
        <pc:chgData name="Ramona Labes" userId="d6b55a91-a466-458d-9522-8f059ad75c02" providerId="ADAL" clId="{AD0A3472-27D0-4D9D-BBF1-4FEB94122A90}" dt="2026-07-07T21:11:45.052" v="75"/>
        <pc:sldMkLst>
          <pc:docMk/>
          <pc:sldMk cId="87857149" sldId="290"/>
        </pc:sldMkLst>
      </pc:sldChg>
      <pc:sldChg chg="addSp modSp mod">
        <pc:chgData name="Ramona Labes" userId="d6b55a91-a466-458d-9522-8f059ad75c02" providerId="ADAL" clId="{AD0A3472-27D0-4D9D-BBF1-4FEB94122A90}" dt="2026-07-08T05:28:30.477" v="80" actId="14100"/>
        <pc:sldMkLst>
          <pc:docMk/>
          <pc:sldMk cId="851549509" sldId="294"/>
        </pc:sldMkLst>
        <pc:picChg chg="add mod">
          <ac:chgData name="Ramona Labes" userId="d6b55a91-a466-458d-9522-8f059ad75c02" providerId="ADAL" clId="{AD0A3472-27D0-4D9D-BBF1-4FEB94122A90}" dt="2026-07-08T05:28:30.477" v="80" actId="14100"/>
          <ac:picMkLst>
            <pc:docMk/>
            <pc:sldMk cId="851549509" sldId="294"/>
            <ac:picMk id="6" creationId="{13D26922-F86E-669A-63AA-64AD3D9FE709}"/>
          </ac:picMkLst>
        </pc:picChg>
      </pc:sldChg>
      <pc:sldChg chg="addSp modSp mod">
        <pc:chgData name="Ramona Labes" userId="d6b55a91-a466-458d-9522-8f059ad75c02" providerId="ADAL" clId="{AD0A3472-27D0-4D9D-BBF1-4FEB94122A90}" dt="2026-07-08T05:30:34.079" v="85" actId="14100"/>
        <pc:sldMkLst>
          <pc:docMk/>
          <pc:sldMk cId="3680023956" sldId="295"/>
        </pc:sldMkLst>
        <pc:picChg chg="add mod">
          <ac:chgData name="Ramona Labes" userId="d6b55a91-a466-458d-9522-8f059ad75c02" providerId="ADAL" clId="{AD0A3472-27D0-4D9D-BBF1-4FEB94122A90}" dt="2026-07-08T05:30:34.079" v="85" actId="14100"/>
          <ac:picMkLst>
            <pc:docMk/>
            <pc:sldMk cId="3680023956" sldId="295"/>
            <ac:picMk id="5" creationId="{83B11E07-5186-C31C-3F3D-05E076F921AC}"/>
          </ac:picMkLst>
        </pc:picChg>
      </pc:sldChg>
      <pc:sldChg chg="modSp del mod ord">
        <pc:chgData name="Ramona Labes" userId="d6b55a91-a466-458d-9522-8f059ad75c02" providerId="ADAL" clId="{AD0A3472-27D0-4D9D-BBF1-4FEB94122A90}" dt="2026-07-10T07:35:28.069" v="95" actId="47"/>
        <pc:sldMkLst>
          <pc:docMk/>
          <pc:sldMk cId="3326224158" sldId="297"/>
        </pc:sldMkLst>
      </pc:sldChg>
      <pc:sldChg chg="modSp mod">
        <pc:chgData name="Ramona Labes" userId="d6b55a91-a466-458d-9522-8f059ad75c02" providerId="ADAL" clId="{AD0A3472-27D0-4D9D-BBF1-4FEB94122A90}" dt="2026-07-07T12:47:02.099" v="46" actId="20577"/>
        <pc:sldMkLst>
          <pc:docMk/>
          <pc:sldMk cId="390636569" sldId="298"/>
        </pc:sldMkLst>
        <pc:spChg chg="mod">
          <ac:chgData name="Ramona Labes" userId="d6b55a91-a466-458d-9522-8f059ad75c02" providerId="ADAL" clId="{AD0A3472-27D0-4D9D-BBF1-4FEB94122A90}" dt="2026-07-07T12:47:02.099" v="46" actId="20577"/>
          <ac:spMkLst>
            <pc:docMk/>
            <pc:sldMk cId="390636569" sldId="298"/>
            <ac:spMk id="3" creationId="{3D291889-F925-9EC4-BB64-CC895C9D4455}"/>
          </ac:spMkLst>
        </pc:spChg>
      </pc:sldChg>
      <pc:sldChg chg="addSp delSp modSp mod ord">
        <pc:chgData name="Ramona Labes" userId="d6b55a91-a466-458d-9522-8f059ad75c02" providerId="ADAL" clId="{AD0A3472-27D0-4D9D-BBF1-4FEB94122A90}" dt="2026-07-07T19:36:34.702" v="73" actId="1076"/>
        <pc:sldMkLst>
          <pc:docMk/>
          <pc:sldMk cId="141083559" sldId="301"/>
        </pc:sldMkLst>
        <pc:picChg chg="add mod">
          <ac:chgData name="Ramona Labes" userId="d6b55a91-a466-458d-9522-8f059ad75c02" providerId="ADAL" clId="{AD0A3472-27D0-4D9D-BBF1-4FEB94122A90}" dt="2026-07-07T19:36:30.140" v="72" actId="1076"/>
          <ac:picMkLst>
            <pc:docMk/>
            <pc:sldMk cId="141083559" sldId="301"/>
            <ac:picMk id="7" creationId="{1F0AC828-43C7-A89A-E70E-3D2C821C10C5}"/>
          </ac:picMkLst>
        </pc:picChg>
        <pc:picChg chg="add mod">
          <ac:chgData name="Ramona Labes" userId="d6b55a91-a466-458d-9522-8f059ad75c02" providerId="ADAL" clId="{AD0A3472-27D0-4D9D-BBF1-4FEB94122A90}" dt="2026-07-07T19:36:34.702" v="73" actId="1076"/>
          <ac:picMkLst>
            <pc:docMk/>
            <pc:sldMk cId="141083559" sldId="301"/>
            <ac:picMk id="9" creationId="{37251865-FD3A-A34E-00FA-B5B6210D6801}"/>
          </ac:picMkLst>
        </pc:picChg>
      </pc:sldChg>
      <pc:sldChg chg="addSp delSp modSp mod">
        <pc:chgData name="Ramona Labes" userId="d6b55a91-a466-458d-9522-8f059ad75c02" providerId="ADAL" clId="{AD0A3472-27D0-4D9D-BBF1-4FEB94122A90}" dt="2026-07-07T13:19:46.022" v="56" actId="1076"/>
        <pc:sldMkLst>
          <pc:docMk/>
          <pc:sldMk cId="2796016340" sldId="305"/>
        </pc:sldMkLst>
        <pc:picChg chg="add mod ord">
          <ac:chgData name="Ramona Labes" userId="d6b55a91-a466-458d-9522-8f059ad75c02" providerId="ADAL" clId="{AD0A3472-27D0-4D9D-BBF1-4FEB94122A90}" dt="2026-07-07T13:19:46.022" v="56" actId="1076"/>
          <ac:picMkLst>
            <pc:docMk/>
            <pc:sldMk cId="2796016340" sldId="305"/>
            <ac:picMk id="7" creationId="{9912BA6B-1A2B-AF54-BF19-D22E289BAB3B}"/>
          </ac:picMkLst>
        </pc:picChg>
      </pc:sldChg>
      <pc:sldChg chg="addSp modSp mod">
        <pc:chgData name="Ramona Labes" userId="d6b55a91-a466-458d-9522-8f059ad75c02" providerId="ADAL" clId="{AD0A3472-27D0-4D9D-BBF1-4FEB94122A90}" dt="2026-07-07T13:25:21.912" v="60" actId="1076"/>
        <pc:sldMkLst>
          <pc:docMk/>
          <pc:sldMk cId="2994602649" sldId="307"/>
        </pc:sldMkLst>
        <pc:picChg chg="add mod">
          <ac:chgData name="Ramona Labes" userId="d6b55a91-a466-458d-9522-8f059ad75c02" providerId="ADAL" clId="{AD0A3472-27D0-4D9D-BBF1-4FEB94122A90}" dt="2026-07-07T13:25:21.912" v="60" actId="1076"/>
          <ac:picMkLst>
            <pc:docMk/>
            <pc:sldMk cId="2994602649" sldId="307"/>
            <ac:picMk id="5" creationId="{069CEBE1-06E5-8148-D171-05D49D71262B}"/>
          </ac:picMkLst>
        </pc:picChg>
      </pc:sldChg>
      <pc:sldChg chg="ord">
        <pc:chgData name="Ramona Labes" userId="d6b55a91-a466-458d-9522-8f059ad75c02" providerId="ADAL" clId="{AD0A3472-27D0-4D9D-BBF1-4FEB94122A90}" dt="2026-07-07T11:34:56.113" v="3"/>
        <pc:sldMkLst>
          <pc:docMk/>
          <pc:sldMk cId="3967030985" sldId="311"/>
        </pc:sldMkLst>
      </pc:sldChg>
      <pc:sldChg chg="addSp delSp modSp add mod">
        <pc:chgData name="Ramona Labes" userId="d6b55a91-a466-458d-9522-8f059ad75c02" providerId="ADAL" clId="{AD0A3472-27D0-4D9D-BBF1-4FEB94122A90}" dt="2026-07-08T05:31:43.117" v="92" actId="20577"/>
        <pc:sldMkLst>
          <pc:docMk/>
          <pc:sldMk cId="2360024067" sldId="312"/>
        </pc:sldMkLst>
        <pc:spChg chg="mod">
          <ac:chgData name="Ramona Labes" userId="d6b55a91-a466-458d-9522-8f059ad75c02" providerId="ADAL" clId="{AD0A3472-27D0-4D9D-BBF1-4FEB94122A90}" dt="2026-07-08T05:31:43.117" v="92" actId="20577"/>
          <ac:spMkLst>
            <pc:docMk/>
            <pc:sldMk cId="2360024067" sldId="312"/>
            <ac:spMk id="3" creationId="{353F5E77-796D-A5DE-8CBC-58173357EA43}"/>
          </ac:spMkLst>
        </pc:spChg>
        <pc:picChg chg="add mod">
          <ac:chgData name="Ramona Labes" userId="d6b55a91-a466-458d-9522-8f059ad75c02" providerId="ADAL" clId="{AD0A3472-27D0-4D9D-BBF1-4FEB94122A90}" dt="2026-07-07T12:46:19.104" v="16" actId="1076"/>
          <ac:picMkLst>
            <pc:docMk/>
            <pc:sldMk cId="2360024067" sldId="312"/>
            <ac:picMk id="6" creationId="{5756A949-AA74-0A59-B170-075128BB494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api.exemplu.com/users/5" TargetMode="External"/><Relationship Id="rId2" Type="http://schemas.openxmlformats.org/officeDocument/2006/relationships/hyperlink" Target="https://api.exemplu.com/users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B453D-C782-459D-AD04-19A3B81E3A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34271" y="1832724"/>
            <a:ext cx="8915399" cy="2233835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Construirea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Web API cu ASP.NET Core </a:t>
            </a:r>
            <a:r>
              <a:rPr lang="en-US" dirty="0" err="1"/>
              <a:t>și</a:t>
            </a:r>
            <a:r>
              <a:rPr lang="en-US" dirty="0"/>
              <a:t> Entity Framework Core</a:t>
            </a:r>
          </a:p>
        </p:txBody>
      </p:sp>
    </p:spTree>
    <p:extLst>
      <p:ext uri="{BB962C8B-B14F-4D97-AF65-F5344CB8AC3E}">
        <p14:creationId xmlns:p14="http://schemas.microsoft.com/office/powerpoint/2010/main" val="353198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CD288-5289-438F-A0D1-6069E6812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24017"/>
          </a:xfrm>
        </p:spPr>
        <p:txBody>
          <a:bodyPr/>
          <a:lstStyle/>
          <a:p>
            <a:r>
              <a:rPr lang="en-US" dirty="0"/>
              <a:t>Ce </a:t>
            </a:r>
            <a:r>
              <a:rPr lang="en-US" dirty="0" err="1"/>
              <a:t>este</a:t>
            </a:r>
            <a:r>
              <a:rPr lang="en-US" dirty="0"/>
              <a:t> un REST API?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7963C-9E27-40E4-803C-0C90E515B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7289" y="2116667"/>
            <a:ext cx="9207323" cy="3794555"/>
          </a:xfrm>
        </p:spPr>
        <p:txBody>
          <a:bodyPr/>
          <a:lstStyle/>
          <a:p>
            <a:r>
              <a:rPr lang="en-US" dirty="0"/>
              <a:t>Un REST API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aplicatiilor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comunice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ele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internet </a:t>
            </a:r>
            <a:r>
              <a:rPr lang="en-US" dirty="0" err="1"/>
              <a:t>folosind</a:t>
            </a:r>
            <a:r>
              <a:rPr lang="en-US" dirty="0"/>
              <a:t> reguli standard.</a:t>
            </a:r>
          </a:p>
          <a:p>
            <a:r>
              <a:rPr lang="en-US" dirty="0"/>
              <a:t>Fiecare </a:t>
            </a:r>
            <a:r>
              <a:rPr lang="en-US" dirty="0" err="1"/>
              <a:t>cerere</a:t>
            </a:r>
            <a:r>
              <a:rPr lang="en-US" dirty="0"/>
              <a:t> de la client catre server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independenta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contine</a:t>
            </a:r>
            <a:r>
              <a:rPr lang="en-US" dirty="0"/>
              <a:t> toate </a:t>
            </a:r>
            <a:r>
              <a:rPr lang="en-US" dirty="0" err="1"/>
              <a:t>informatiile</a:t>
            </a:r>
            <a:r>
              <a:rPr lang="en-US" dirty="0"/>
              <a:t> </a:t>
            </a:r>
            <a:r>
              <a:rPr lang="en-US" dirty="0" err="1"/>
              <a:t>necesare</a:t>
            </a:r>
            <a:endParaRPr lang="en-US" dirty="0"/>
          </a:p>
          <a:p>
            <a:r>
              <a:rPr lang="en-US" dirty="0" err="1"/>
              <a:t>Foloseste</a:t>
            </a:r>
            <a:r>
              <a:rPr lang="en-US" dirty="0"/>
              <a:t> toate </a:t>
            </a:r>
            <a:r>
              <a:rPr lang="en-US" dirty="0" err="1"/>
              <a:t>metodele</a:t>
            </a:r>
            <a:r>
              <a:rPr lang="en-US" dirty="0"/>
              <a:t> HTTP Standard: GET, POST, PUT, DELETE</a:t>
            </a:r>
          </a:p>
          <a:p>
            <a:r>
              <a:rPr lang="en-US" dirty="0" err="1"/>
              <a:t>Resursele</a:t>
            </a:r>
            <a:r>
              <a:rPr lang="en-US" dirty="0"/>
              <a:t> pot fi </a:t>
            </a:r>
            <a:r>
              <a:rPr lang="en-US" dirty="0" err="1"/>
              <a:t>returnate</a:t>
            </a:r>
            <a:r>
              <a:rPr lang="en-US" dirty="0"/>
              <a:t> in </a:t>
            </a:r>
            <a:r>
              <a:rPr lang="en-US" dirty="0" err="1"/>
              <a:t>formate</a:t>
            </a:r>
            <a:r>
              <a:rPr lang="en-US" dirty="0"/>
              <a:t> </a:t>
            </a:r>
            <a:r>
              <a:rPr lang="en-US" dirty="0" err="1"/>
              <a:t>diferite</a:t>
            </a:r>
            <a:r>
              <a:rPr lang="en-US" dirty="0"/>
              <a:t> (cel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comun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JSON)</a:t>
            </a:r>
          </a:p>
          <a:p>
            <a:r>
              <a:rPr lang="en-US" dirty="0"/>
              <a:t>Fiecare </a:t>
            </a:r>
            <a:r>
              <a:rPr lang="en-US" dirty="0" err="1"/>
              <a:t>resursa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accesibila</a:t>
            </a:r>
            <a:r>
              <a:rPr lang="en-US" dirty="0"/>
              <a:t> </a:t>
            </a:r>
            <a:r>
              <a:rPr lang="en-US" dirty="0" err="1"/>
              <a:t>printr</a:t>
            </a:r>
            <a:r>
              <a:rPr lang="en-US" dirty="0"/>
              <a:t>-un URL</a:t>
            </a:r>
          </a:p>
        </p:txBody>
      </p:sp>
    </p:spTree>
    <p:extLst>
      <p:ext uri="{BB962C8B-B14F-4D97-AF65-F5344CB8AC3E}">
        <p14:creationId xmlns:p14="http://schemas.microsoft.com/office/powerpoint/2010/main" val="347903446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882BE-5708-4D2D-A8F6-55DB10A06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Arhitectura</a:t>
            </a:r>
            <a:endParaRPr lang="en-US" dirty="0"/>
          </a:p>
        </p:txBody>
      </p:sp>
      <p:pic>
        <p:nvPicPr>
          <p:cNvPr id="5" name="Content Placeholder 4" descr="A diagram of a web api&#10;&#10;AI-generated content may be incorrect.">
            <a:extLst>
              <a:ext uri="{FF2B5EF4-FFF2-40B4-BE49-F238E27FC236}">
                <a16:creationId xmlns:a16="http://schemas.microsoft.com/office/drawing/2014/main" id="{755D9698-1BA0-8D7B-56AC-C853F45168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9616" y="1905000"/>
            <a:ext cx="7733930" cy="3778250"/>
          </a:xfrm>
        </p:spPr>
      </p:pic>
    </p:spTree>
    <p:extLst>
      <p:ext uri="{BB962C8B-B14F-4D97-AF65-F5344CB8AC3E}">
        <p14:creationId xmlns:p14="http://schemas.microsoft.com/office/powerpoint/2010/main" val="4161835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61FBE-A0C9-458A-A41C-8836BA81C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Aplicatie</a:t>
            </a:r>
            <a:r>
              <a:rPr lang="en-US" dirty="0"/>
              <a:t> Inventory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AC0EC-3A89-4504-AC22-B82336D94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9867" y="2133600"/>
            <a:ext cx="10827595" cy="4353538"/>
          </a:xfrm>
        </p:spPr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VisualStudio</a:t>
            </a:r>
            <a:r>
              <a:rPr lang="en-US" dirty="0"/>
              <a:t> </a:t>
            </a:r>
            <a:r>
              <a:rPr lang="en-US" dirty="0" err="1"/>
              <a:t>facem</a:t>
            </a:r>
            <a:r>
              <a:rPr lang="en-US" dirty="0"/>
              <a:t> un nou </a:t>
            </a:r>
            <a:r>
              <a:rPr lang="en-US" dirty="0" err="1"/>
              <a:t>proiect</a:t>
            </a:r>
            <a:r>
              <a:rPr lang="en-US" dirty="0"/>
              <a:t> pe care-l </a:t>
            </a:r>
            <a:r>
              <a:rPr lang="en-US" dirty="0" err="1"/>
              <a:t>denumim</a:t>
            </a:r>
            <a:r>
              <a:rPr lang="en-US" dirty="0"/>
              <a:t> Inventory:</a:t>
            </a:r>
          </a:p>
          <a:p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3F37052-1095-B77E-A3A5-D900475FE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541" y="2736770"/>
            <a:ext cx="4572504" cy="3497119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E391D1F-692D-2CA7-2B68-807EA47F9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586" y="2736770"/>
            <a:ext cx="4551335" cy="3492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478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1D40C-A645-4D8B-B456-2707F48D9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Aplicatie</a:t>
            </a:r>
            <a:r>
              <a:rPr lang="en-US" dirty="0"/>
              <a:t> Inventory – Swagger(</a:t>
            </a:r>
            <a:r>
              <a:rPr lang="en-US" dirty="0" err="1"/>
              <a:t>Testare</a:t>
            </a:r>
            <a:r>
              <a:rPr lang="en-US" dirty="0"/>
              <a:t> API)</a:t>
            </a:r>
            <a:endParaRPr lang="en-US" i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0D6AB0-B92D-469D-A9EE-5A581574F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Adaugam</a:t>
            </a:r>
            <a:r>
              <a:rPr lang="en-US" dirty="0"/>
              <a:t> </a:t>
            </a:r>
            <a:r>
              <a:rPr lang="en-US" dirty="0" err="1"/>
              <a:t>Swashbuckle.AspNetCore</a:t>
            </a:r>
            <a:r>
              <a:rPr lang="en-US" dirty="0"/>
              <a:t> in </a:t>
            </a:r>
            <a:r>
              <a:rPr lang="en-US" dirty="0" err="1"/>
              <a:t>aplicatie</a:t>
            </a:r>
            <a:r>
              <a:rPr lang="en-US" dirty="0"/>
              <a:t> cu </a:t>
            </a:r>
            <a:r>
              <a:rPr lang="en-US" dirty="0" err="1"/>
              <a:t>Nuget</a:t>
            </a:r>
            <a:r>
              <a:rPr lang="en-US" dirty="0"/>
              <a:t> Package Manager: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7D05CB-F3D7-1FC6-6649-25B058E42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2806" y="2805923"/>
            <a:ext cx="4456548" cy="3526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514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AE002-B617-5464-A635-B9B6EA1B8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E30B9-A72C-7AE6-8042-4E52F4A22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Aplicatie</a:t>
            </a:r>
            <a:r>
              <a:rPr lang="en-US" dirty="0"/>
              <a:t> Inventory - </a:t>
            </a:r>
            <a:r>
              <a:rPr lang="en-US" dirty="0" err="1"/>
              <a:t>Adaugare</a:t>
            </a:r>
            <a:r>
              <a:rPr lang="en-US" dirty="0"/>
              <a:t> </a:t>
            </a:r>
            <a:r>
              <a:rPr lang="en-US" dirty="0" err="1"/>
              <a:t>EFCore</a:t>
            </a:r>
            <a:r>
              <a:rPr lang="en-US" dirty="0"/>
              <a:t>(1)</a:t>
            </a:r>
            <a:endParaRPr lang="en-US" i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3E4503-13D4-811D-E8E0-06712A8F6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Adaugam</a:t>
            </a:r>
            <a:r>
              <a:rPr lang="en-US" dirty="0"/>
              <a:t> </a:t>
            </a:r>
            <a:r>
              <a:rPr lang="en-US" dirty="0" err="1"/>
              <a:t>EntityFrameworkCore.SqlServer</a:t>
            </a:r>
            <a:r>
              <a:rPr lang="en-US" dirty="0"/>
              <a:t> in </a:t>
            </a:r>
            <a:r>
              <a:rPr lang="en-US" dirty="0" err="1"/>
              <a:t>aplicatie</a:t>
            </a:r>
            <a:r>
              <a:rPr lang="en-US" dirty="0"/>
              <a:t> cu </a:t>
            </a:r>
            <a:r>
              <a:rPr lang="en-US" dirty="0" err="1"/>
              <a:t>Nuget</a:t>
            </a:r>
            <a:r>
              <a:rPr lang="en-US" dirty="0"/>
              <a:t> Package Manager: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EED86B-D8F8-D363-F2AC-2C0D2DC24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4285" y="2519900"/>
            <a:ext cx="4696772" cy="400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8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1D40C-A645-4D8B-B456-2707F48D9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Aplicatie</a:t>
            </a:r>
            <a:r>
              <a:rPr lang="en-US" dirty="0"/>
              <a:t> Inventory - </a:t>
            </a:r>
            <a:r>
              <a:rPr lang="en-US" dirty="0" err="1"/>
              <a:t>Adaugare</a:t>
            </a:r>
            <a:r>
              <a:rPr lang="en-US" dirty="0"/>
              <a:t> </a:t>
            </a:r>
            <a:r>
              <a:rPr lang="en-US" dirty="0" err="1"/>
              <a:t>EFCore</a:t>
            </a:r>
            <a:r>
              <a:rPr lang="en-US" dirty="0"/>
              <a:t>(2)</a:t>
            </a:r>
            <a:endParaRPr lang="en-US" i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0D6AB0-B92D-469D-A9EE-5A581574F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Adaugam</a:t>
            </a:r>
            <a:r>
              <a:rPr lang="en-US" dirty="0"/>
              <a:t> </a:t>
            </a:r>
            <a:r>
              <a:rPr lang="en-US" dirty="0" err="1"/>
              <a:t>EntityFrameworkCore.Tools</a:t>
            </a:r>
            <a:r>
              <a:rPr lang="en-US" dirty="0"/>
              <a:t> in </a:t>
            </a:r>
            <a:r>
              <a:rPr lang="en-US" dirty="0" err="1"/>
              <a:t>aplicatie</a:t>
            </a:r>
            <a:r>
              <a:rPr lang="en-US" dirty="0"/>
              <a:t> cu </a:t>
            </a:r>
            <a:r>
              <a:rPr lang="en-US" dirty="0" err="1"/>
              <a:t>Nuget</a:t>
            </a:r>
            <a:r>
              <a:rPr lang="en-US" dirty="0"/>
              <a:t> Package Manager: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9FE872-1125-B173-3947-EC4F06D30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4285" y="2500896"/>
            <a:ext cx="4343297" cy="392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60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DFABF-D026-E318-F426-F5D63D37C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3A355-688D-6518-2BB3-2334C1934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Aplicatie</a:t>
            </a:r>
            <a:r>
              <a:rPr lang="en-US" dirty="0"/>
              <a:t> Inventory - </a:t>
            </a:r>
            <a:r>
              <a:rPr lang="en-US" dirty="0" err="1"/>
              <a:t>Adaugare</a:t>
            </a:r>
            <a:r>
              <a:rPr lang="en-US" dirty="0"/>
              <a:t> </a:t>
            </a:r>
            <a:r>
              <a:rPr lang="en-US" dirty="0" err="1"/>
              <a:t>EFCore</a:t>
            </a:r>
            <a:r>
              <a:rPr lang="en-US" dirty="0"/>
              <a:t>(3)</a:t>
            </a:r>
            <a:endParaRPr lang="en-US" i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7C237B-D4E3-53B1-E3AD-E6D4AE0EF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Adaugam</a:t>
            </a:r>
            <a:r>
              <a:rPr lang="en-US" dirty="0"/>
              <a:t> </a:t>
            </a:r>
            <a:r>
              <a:rPr lang="en-US" dirty="0" err="1"/>
              <a:t>EntityFrameworkCore.Design</a:t>
            </a:r>
            <a:r>
              <a:rPr lang="en-US" dirty="0"/>
              <a:t> in </a:t>
            </a:r>
            <a:r>
              <a:rPr lang="en-US" dirty="0" err="1"/>
              <a:t>aplicatie</a:t>
            </a:r>
            <a:r>
              <a:rPr lang="en-US" dirty="0"/>
              <a:t> cu </a:t>
            </a:r>
            <a:r>
              <a:rPr lang="en-US" dirty="0" err="1"/>
              <a:t>Nuget</a:t>
            </a:r>
            <a:r>
              <a:rPr lang="en-US" dirty="0"/>
              <a:t> Package Manager: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463527-2E47-388B-DD44-B9584D20D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4316" y="2547512"/>
            <a:ext cx="4482009" cy="384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595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1D40C-A645-4D8B-B456-2707F48D9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945675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Aplicatie</a:t>
            </a:r>
            <a:r>
              <a:rPr lang="en-US" dirty="0"/>
              <a:t> Inventory - </a:t>
            </a:r>
            <a:r>
              <a:rPr lang="en-US" dirty="0" err="1"/>
              <a:t>Clasa</a:t>
            </a:r>
            <a:r>
              <a:rPr lang="en-US" dirty="0"/>
              <a:t> </a:t>
            </a:r>
            <a:r>
              <a:rPr lang="en-US" dirty="0" err="1"/>
              <a:t>InventoryItem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91403-546B-4557-BF6C-D1F4238DF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5217" y="1858456"/>
            <a:ext cx="4371343" cy="4201298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Creaza </a:t>
            </a:r>
            <a:r>
              <a:rPr lang="en-US" dirty="0" err="1"/>
              <a:t>folderul</a:t>
            </a:r>
            <a:r>
              <a:rPr lang="en-US" dirty="0"/>
              <a:t> Models</a:t>
            </a:r>
          </a:p>
          <a:p>
            <a:r>
              <a:rPr lang="en-US" dirty="0" err="1"/>
              <a:t>Adauga</a:t>
            </a:r>
            <a:r>
              <a:rPr lang="en-US" dirty="0"/>
              <a:t> </a:t>
            </a:r>
            <a:r>
              <a:rPr lang="en-US" dirty="0" err="1"/>
              <a:t>clasa</a:t>
            </a:r>
            <a:r>
              <a:rPr lang="en-US" dirty="0"/>
              <a:t> </a:t>
            </a:r>
            <a:r>
              <a:rPr lang="en-US" dirty="0" err="1"/>
              <a:t>InventoryItems</a:t>
            </a:r>
            <a:endParaRPr lang="en-US" dirty="0"/>
          </a:p>
          <a:p>
            <a:r>
              <a:rPr lang="en-US" dirty="0" err="1"/>
              <a:t>Sterge</a:t>
            </a:r>
            <a:r>
              <a:rPr lang="en-US" dirty="0"/>
              <a:t> </a:t>
            </a:r>
            <a:r>
              <a:rPr lang="en-US" dirty="0" err="1"/>
              <a:t>fisierele</a:t>
            </a:r>
            <a:r>
              <a:rPr lang="en-US" dirty="0"/>
              <a:t> default (</a:t>
            </a:r>
            <a:r>
              <a:rPr lang="en-US" dirty="0" err="1"/>
              <a:t>WeatherForecast</a:t>
            </a:r>
            <a:r>
              <a:rPr lang="en-US" dirty="0"/>
              <a:t>)</a:t>
            </a: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9C447846-ADCE-A1C1-6BBC-845F127AE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4169" y="1799533"/>
            <a:ext cx="4329807" cy="4260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674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0BDB5-AEE2-5789-CFEE-9D9A8D36C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1A8EB-6DAD-0CB3-6B5C-3D8CD1452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Aplicatie</a:t>
            </a:r>
            <a:r>
              <a:rPr lang="en-US" dirty="0"/>
              <a:t> Inventory – Swagger(</a:t>
            </a:r>
            <a:r>
              <a:rPr lang="en-US" dirty="0" err="1"/>
              <a:t>Testare</a:t>
            </a:r>
            <a:r>
              <a:rPr lang="en-US" dirty="0"/>
              <a:t> API)</a:t>
            </a:r>
            <a:endParaRPr lang="en-US" i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F186DA-7737-071C-0778-43A6F78E25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Adaugam</a:t>
            </a:r>
            <a:r>
              <a:rPr lang="en-US" dirty="0"/>
              <a:t> swagger in </a:t>
            </a:r>
            <a:r>
              <a:rPr lang="en-US" dirty="0" err="1"/>
              <a:t>Program.cs</a:t>
            </a:r>
            <a:r>
              <a:rPr lang="en-US" dirty="0"/>
              <a:t>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1AD825-9C53-96F8-28DE-5E417F783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0176" y="2629756"/>
            <a:ext cx="4472030" cy="3510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030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1D40C-A645-4D8B-B456-2707F48D9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655506"/>
            <a:ext cx="8885919" cy="1280890"/>
          </a:xfrm>
        </p:spPr>
        <p:txBody>
          <a:bodyPr/>
          <a:lstStyle/>
          <a:p>
            <a:r>
              <a:rPr lang="en-US" dirty="0" err="1"/>
              <a:t>Aplicatie</a:t>
            </a:r>
            <a:r>
              <a:rPr lang="en-US" dirty="0"/>
              <a:t> Inventory – </a:t>
            </a:r>
            <a:r>
              <a:rPr lang="en-US" dirty="0" err="1"/>
              <a:t>Clasa</a:t>
            </a:r>
            <a:r>
              <a:rPr lang="en-US" dirty="0"/>
              <a:t> </a:t>
            </a:r>
            <a:r>
              <a:rPr lang="en-US" dirty="0" err="1"/>
              <a:t>InventoryDbContext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378DDA-3C47-9770-EE68-C883ECE12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Creaza</a:t>
            </a:r>
            <a:r>
              <a:rPr lang="en-US" dirty="0"/>
              <a:t> </a:t>
            </a:r>
            <a:r>
              <a:rPr lang="en-US" dirty="0" err="1"/>
              <a:t>folderul</a:t>
            </a:r>
            <a:r>
              <a:rPr lang="en-US" dirty="0"/>
              <a:t> </a:t>
            </a:r>
            <a:r>
              <a:rPr lang="en-US" dirty="0" err="1"/>
              <a:t>DataManagement</a:t>
            </a:r>
            <a:endParaRPr lang="en-US" dirty="0"/>
          </a:p>
          <a:p>
            <a:r>
              <a:rPr lang="en-US" dirty="0" err="1"/>
              <a:t>Adauga</a:t>
            </a:r>
            <a:r>
              <a:rPr lang="en-US" dirty="0"/>
              <a:t> </a:t>
            </a:r>
            <a:r>
              <a:rPr lang="en-US" dirty="0" err="1"/>
              <a:t>clasa</a:t>
            </a:r>
            <a:r>
              <a:rPr lang="en-US" dirty="0"/>
              <a:t> </a:t>
            </a:r>
            <a:r>
              <a:rPr lang="en-US" dirty="0" err="1"/>
              <a:t>InventoryDbContext.cs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DD91A73-0FE9-BAF6-42CB-592373E27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553" y="3117609"/>
            <a:ext cx="8577325" cy="279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154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1D40C-A645-4D8B-B456-2707F48D9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Aplicatie</a:t>
            </a:r>
            <a:r>
              <a:rPr lang="en-US" dirty="0"/>
              <a:t> Inventory - Migrations</a:t>
            </a:r>
            <a:endParaRPr lang="en-US" i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0D6AB0-B92D-469D-A9EE-5A581574F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9863" y="2079356"/>
            <a:ext cx="8915400" cy="3777622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Deschide</a:t>
            </a:r>
            <a:r>
              <a:rPr lang="en-US" dirty="0"/>
              <a:t> Package manager console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scrie</a:t>
            </a:r>
            <a:r>
              <a:rPr lang="en-US" dirty="0"/>
              <a:t> </a:t>
            </a:r>
            <a:r>
              <a:rPr lang="en-US" dirty="0" err="1"/>
              <a:t>comanda</a:t>
            </a:r>
            <a:r>
              <a:rPr lang="en-US" dirty="0"/>
              <a:t> Add-Migration </a:t>
            </a:r>
            <a:r>
              <a:rPr lang="en-US" dirty="0" err="1"/>
              <a:t>numeMigrare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Ruleaza</a:t>
            </a:r>
            <a:r>
              <a:rPr lang="en-US" dirty="0"/>
              <a:t> </a:t>
            </a:r>
            <a:r>
              <a:rPr lang="en-US" dirty="0" err="1"/>
              <a:t>comanda</a:t>
            </a:r>
            <a:r>
              <a:rPr lang="en-US" dirty="0"/>
              <a:t> Update-Database </a:t>
            </a:r>
            <a:r>
              <a:rPr lang="en-US" dirty="0" err="1"/>
              <a:t>pentru</a:t>
            </a:r>
            <a:r>
              <a:rPr lang="en-US" dirty="0"/>
              <a:t> a genera </a:t>
            </a:r>
            <a:r>
              <a:rPr lang="en-US" dirty="0" err="1"/>
              <a:t>baza</a:t>
            </a:r>
            <a:r>
              <a:rPr lang="en-US" dirty="0"/>
              <a:t> de date</a:t>
            </a:r>
          </a:p>
          <a:p>
            <a:endParaRPr lang="en-US" dirty="0"/>
          </a:p>
          <a:p>
            <a:r>
              <a:rPr lang="en-US" dirty="0" err="1"/>
              <a:t>Verificati</a:t>
            </a:r>
            <a:r>
              <a:rPr lang="en-US" dirty="0"/>
              <a:t> ca </a:t>
            </a:r>
            <a:r>
              <a:rPr lang="en-US" dirty="0" err="1"/>
              <a:t>baza</a:t>
            </a:r>
            <a:r>
              <a:rPr lang="en-US" dirty="0"/>
              <a:t> de date a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creata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397176-088D-4B9F-9668-D1A18C4C54D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642632" y="2926834"/>
            <a:ext cx="4514850" cy="17049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3E1277-4544-4134-ABC2-DB2B9E3FF46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551465" y="5091049"/>
            <a:ext cx="14859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123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242E3-3EDF-61A3-C068-03F905A0C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A5D4F-A4EC-5CEB-5513-AD3A3E691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24017"/>
          </a:xfrm>
        </p:spPr>
        <p:txBody>
          <a:bodyPr/>
          <a:lstStyle/>
          <a:p>
            <a:r>
              <a:rPr lang="en-US" dirty="0"/>
              <a:t>CRUD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A28EE-106D-DE22-574E-0F482CFBA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834" y="1851378"/>
            <a:ext cx="8915400" cy="3777622"/>
          </a:xfrm>
        </p:spPr>
        <p:txBody>
          <a:bodyPr/>
          <a:lstStyle/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992758B-3247-901B-0C33-0E6631806C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3674552"/>
              </p:ext>
            </p:extLst>
          </p:nvPr>
        </p:nvGraphicFramePr>
        <p:xfrm>
          <a:off x="1880834" y="2551289"/>
          <a:ext cx="9550400" cy="362614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387600">
                  <a:extLst>
                    <a:ext uri="{9D8B030D-6E8A-4147-A177-3AD203B41FA5}">
                      <a16:colId xmlns:a16="http://schemas.microsoft.com/office/drawing/2014/main" val="1159196711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2252239816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3189129288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2763088559"/>
                    </a:ext>
                  </a:extLst>
                </a:gridCol>
              </a:tblGrid>
              <a:tr h="57331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Operatiune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 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Metodă</a:t>
                      </a:r>
                      <a:r>
                        <a:rPr lang="en-US" dirty="0"/>
                        <a:t> HTTP </a:t>
                      </a:r>
                      <a:r>
                        <a:rPr lang="en-US" dirty="0" err="1"/>
                        <a:t>asociată</a:t>
                      </a:r>
                      <a:r>
                        <a:rPr lang="en-US" dirty="0"/>
                        <a:t> (</a:t>
                      </a:r>
                      <a:r>
                        <a:rPr lang="en-US" dirty="0" err="1"/>
                        <a:t>în</a:t>
                      </a:r>
                      <a:r>
                        <a:rPr lang="en-US" dirty="0"/>
                        <a:t> REST API)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1561001"/>
                  </a:ext>
                </a:extLst>
              </a:tr>
              <a:tr h="6779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Creează</a:t>
                      </a:r>
                      <a:r>
                        <a:rPr lang="en-US" dirty="0"/>
                        <a:t> un element nou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662683"/>
                  </a:ext>
                </a:extLst>
              </a:tr>
              <a:tr h="6779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Citește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datele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2468245"/>
                  </a:ext>
                </a:extLst>
              </a:tr>
              <a:tr h="6779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Actualizează</a:t>
                      </a:r>
                      <a:r>
                        <a:rPr lang="en-US" dirty="0"/>
                        <a:t> date </a:t>
                      </a:r>
                      <a:r>
                        <a:rPr lang="en-US" dirty="0" err="1"/>
                        <a:t>existente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6759634"/>
                  </a:ext>
                </a:extLst>
              </a:tr>
              <a:tr h="6779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Sterge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datele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36829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19CA39C-E9C5-1C16-E674-65D318568EDB}"/>
              </a:ext>
            </a:extLst>
          </p:cNvPr>
          <p:cNvSpPr txBox="1"/>
          <p:nvPr/>
        </p:nvSpPr>
        <p:spPr>
          <a:xfrm>
            <a:off x="1880834" y="1703332"/>
            <a:ext cx="9550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CRUD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un </a:t>
            </a:r>
            <a:r>
              <a:rPr lang="en-US" dirty="0" err="1"/>
              <a:t>acronim</a:t>
            </a:r>
            <a:r>
              <a:rPr lang="en-US" dirty="0"/>
              <a:t> care </a:t>
            </a:r>
            <a:r>
              <a:rPr lang="en-US" dirty="0" err="1"/>
              <a:t>descrie</a:t>
            </a:r>
            <a:r>
              <a:rPr lang="en-US" dirty="0"/>
              <a:t> 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patru</a:t>
            </a:r>
            <a:r>
              <a:rPr lang="en-US" dirty="0"/>
              <a:t> </a:t>
            </a:r>
            <a:r>
              <a:rPr lang="en-US" dirty="0" err="1"/>
              <a:t>operațiuni</a:t>
            </a:r>
            <a:r>
              <a:rPr lang="en-US" dirty="0"/>
              <a:t> de </a:t>
            </a:r>
            <a:r>
              <a:rPr lang="en-US" dirty="0" err="1"/>
              <a:t>bază</a:t>
            </a:r>
            <a:r>
              <a:rPr lang="en-US" dirty="0"/>
              <a:t> </a:t>
            </a:r>
            <a:r>
              <a:rPr lang="en-US" dirty="0" err="1"/>
              <a:t>folosite</a:t>
            </a:r>
            <a:r>
              <a:rPr lang="en-US" dirty="0"/>
              <a:t> pentru </a:t>
            </a:r>
            <a:r>
              <a:rPr lang="en-US" dirty="0" err="1"/>
              <a:t>gestionarea</a:t>
            </a:r>
            <a:r>
              <a:rPr lang="en-US" dirty="0"/>
              <a:t> </a:t>
            </a:r>
            <a:r>
              <a:rPr lang="en-US" dirty="0" err="1"/>
              <a:t>datelor</a:t>
            </a:r>
            <a:r>
              <a:rPr lang="en-US" dirty="0"/>
              <a:t> </a:t>
            </a:r>
            <a:r>
              <a:rPr lang="en-US" dirty="0" err="1"/>
              <a:t>într</a:t>
            </a:r>
            <a:r>
              <a:rPr lang="en-US" dirty="0"/>
              <a:t>-o </a:t>
            </a:r>
            <a:r>
              <a:rPr lang="en-US" dirty="0" err="1"/>
              <a:t>aplicație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într</a:t>
            </a:r>
            <a:r>
              <a:rPr lang="en-US" dirty="0"/>
              <a:t>-o </a:t>
            </a:r>
            <a:r>
              <a:rPr lang="en-US" dirty="0" err="1"/>
              <a:t>bază</a:t>
            </a:r>
            <a:r>
              <a:rPr lang="en-US" dirty="0"/>
              <a:t> de date :</a:t>
            </a:r>
          </a:p>
        </p:txBody>
      </p:sp>
    </p:spTree>
    <p:extLst>
      <p:ext uri="{BB962C8B-B14F-4D97-AF65-F5344CB8AC3E}">
        <p14:creationId xmlns:p14="http://schemas.microsoft.com/office/powerpoint/2010/main" val="334300256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1D40C-A645-4D8B-B456-2707F48D9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14" y="624110"/>
            <a:ext cx="10023566" cy="1280890"/>
          </a:xfrm>
        </p:spPr>
        <p:txBody>
          <a:bodyPr/>
          <a:lstStyle/>
          <a:p>
            <a:r>
              <a:rPr lang="en-US" dirty="0" err="1"/>
              <a:t>Aplicatie</a:t>
            </a:r>
            <a:r>
              <a:rPr lang="en-US" dirty="0"/>
              <a:t> Inventory - </a:t>
            </a:r>
            <a:r>
              <a:rPr lang="en-US" dirty="0" err="1"/>
              <a:t>InventoryItemDataOps</a:t>
            </a:r>
            <a:endParaRPr lang="en-US" i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0D6AB0-B92D-469D-A9EE-5A581574F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0275" y="2081349"/>
            <a:ext cx="8915400" cy="3777622"/>
          </a:xfrm>
        </p:spPr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folderul</a:t>
            </a:r>
            <a:r>
              <a:rPr lang="en-US" dirty="0"/>
              <a:t> </a:t>
            </a:r>
            <a:r>
              <a:rPr lang="en-US" dirty="0" err="1"/>
              <a:t>DataManagement</a:t>
            </a:r>
            <a:r>
              <a:rPr lang="en-US" dirty="0"/>
              <a:t> </a:t>
            </a:r>
            <a:r>
              <a:rPr lang="en-US" dirty="0" err="1"/>
              <a:t>adaugam</a:t>
            </a:r>
            <a:r>
              <a:rPr lang="en-US" dirty="0"/>
              <a:t> </a:t>
            </a:r>
            <a:r>
              <a:rPr lang="en-US" dirty="0" err="1"/>
              <a:t>clasa</a:t>
            </a:r>
            <a:r>
              <a:rPr lang="en-US" dirty="0"/>
              <a:t> </a:t>
            </a:r>
            <a:r>
              <a:rPr lang="en-US" dirty="0" err="1"/>
              <a:t>InventoryItemDataOps.cs</a:t>
            </a:r>
            <a:r>
              <a:rPr lang="en-US" dirty="0"/>
              <a:t> 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175C1D-72EA-C0DE-FF9B-1CD2BFDB7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1970" y="2680983"/>
            <a:ext cx="4510455" cy="3727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550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1D40C-A645-4D8B-B456-2707F48D9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7201" y="624110"/>
            <a:ext cx="8648700" cy="1153890"/>
          </a:xfrm>
        </p:spPr>
        <p:txBody>
          <a:bodyPr/>
          <a:lstStyle/>
          <a:p>
            <a:r>
              <a:rPr lang="en-US" dirty="0" err="1"/>
              <a:t>Aplicatie</a:t>
            </a:r>
            <a:r>
              <a:rPr lang="en-US" dirty="0"/>
              <a:t> Inventory -  Controller(1)</a:t>
            </a:r>
            <a:endParaRPr lang="en-US" i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0D6AB0-B92D-469D-A9EE-5A581574F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2612" y="1905000"/>
            <a:ext cx="8915400" cy="3777622"/>
          </a:xfrm>
        </p:spPr>
        <p:txBody>
          <a:bodyPr>
            <a:normAutofit/>
          </a:bodyPr>
          <a:lstStyle/>
          <a:p>
            <a:r>
              <a:rPr lang="en-US" dirty="0"/>
              <a:t>In </a:t>
            </a:r>
            <a:r>
              <a:rPr lang="en-US" dirty="0" err="1"/>
              <a:t>folderul</a:t>
            </a:r>
            <a:r>
              <a:rPr lang="en-US" dirty="0"/>
              <a:t> Controllers </a:t>
            </a:r>
            <a:r>
              <a:rPr lang="en-US" dirty="0" err="1"/>
              <a:t>adaugam</a:t>
            </a:r>
            <a:r>
              <a:rPr lang="en-US" dirty="0"/>
              <a:t> </a:t>
            </a:r>
            <a:r>
              <a:rPr lang="en-US" dirty="0" err="1"/>
              <a:t>clasa</a:t>
            </a:r>
            <a:r>
              <a:rPr lang="en-US" dirty="0"/>
              <a:t> </a:t>
            </a:r>
            <a:r>
              <a:rPr lang="en-US" dirty="0" err="1"/>
              <a:t>InventoryItemController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C0B6FD-67AE-93A1-60C5-71B36A83A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402" y="2451186"/>
            <a:ext cx="3846143" cy="369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620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1795B-B824-DA30-7D0E-CAE18DD67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45C14-4D0F-6F89-51B4-221E6F1AB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7201" y="624110"/>
            <a:ext cx="8648700" cy="1153890"/>
          </a:xfrm>
        </p:spPr>
        <p:txBody>
          <a:bodyPr/>
          <a:lstStyle/>
          <a:p>
            <a:r>
              <a:rPr lang="en-US" dirty="0" err="1"/>
              <a:t>Aplicatie</a:t>
            </a:r>
            <a:r>
              <a:rPr lang="en-US" dirty="0"/>
              <a:t> Inventory -  Controller(2)</a:t>
            </a:r>
            <a:endParaRPr lang="en-US" i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B21AC8-F379-CE85-2891-9D4183EB8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2612" y="1905000"/>
            <a:ext cx="8915400" cy="3777622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0D4D86-E8D5-C58C-9635-4557D6E9A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134" y="2808923"/>
            <a:ext cx="10559732" cy="1752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906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EC145-71B8-2159-7AF2-F6961F84B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A108E-A5DE-E294-5D83-1661D78BE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24017"/>
          </a:xfrm>
        </p:spPr>
        <p:txBody>
          <a:bodyPr/>
          <a:lstStyle/>
          <a:p>
            <a:r>
              <a:rPr lang="en-US" dirty="0"/>
              <a:t>Ce </a:t>
            </a:r>
            <a:r>
              <a:rPr lang="en-US" dirty="0" err="1"/>
              <a:t>este</a:t>
            </a:r>
            <a:r>
              <a:rPr lang="en-US" dirty="0"/>
              <a:t> un endpoint?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C1590-24A4-667A-2E56-5C6E5892D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5212" y="1868311"/>
            <a:ext cx="8915400" cy="3777622"/>
          </a:xfrm>
        </p:spPr>
        <p:txBody>
          <a:bodyPr/>
          <a:lstStyle/>
          <a:p>
            <a:r>
              <a:rPr lang="en-US" dirty="0"/>
              <a:t>Un </a:t>
            </a:r>
            <a:r>
              <a:rPr lang="en-US" b="1" dirty="0"/>
              <a:t>endpoint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un </a:t>
            </a:r>
            <a:r>
              <a:rPr lang="en-US" b="1" dirty="0"/>
              <a:t>URL specific</a:t>
            </a:r>
            <a:r>
              <a:rPr lang="en-US" dirty="0"/>
              <a:t> </a:t>
            </a:r>
            <a:r>
              <a:rPr lang="en-US" dirty="0" err="1"/>
              <a:t>dintr</a:t>
            </a:r>
            <a:r>
              <a:rPr lang="en-US" dirty="0"/>
              <a:t>-un </a:t>
            </a:r>
            <a:r>
              <a:rPr lang="en-US" b="1" dirty="0"/>
              <a:t>REST API</a:t>
            </a:r>
            <a:r>
              <a:rPr lang="en-US" dirty="0"/>
              <a:t> care </a:t>
            </a:r>
            <a:r>
              <a:rPr lang="en-US" dirty="0" err="1"/>
              <a:t>reprezintă</a:t>
            </a:r>
            <a:r>
              <a:rPr lang="en-US" dirty="0"/>
              <a:t> o </a:t>
            </a:r>
            <a:r>
              <a:rPr lang="en-US" b="1" dirty="0" err="1"/>
              <a:t>resursă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o </a:t>
            </a:r>
            <a:r>
              <a:rPr lang="en-US" b="1" dirty="0" err="1"/>
              <a:t>acțiune</a:t>
            </a:r>
            <a:r>
              <a:rPr lang="en-US" dirty="0"/>
              <a:t> </a:t>
            </a:r>
            <a:r>
              <a:rPr lang="en-US" dirty="0" err="1"/>
              <a:t>disponibilă</a:t>
            </a:r>
            <a:r>
              <a:rPr lang="en-US" dirty="0"/>
              <a:t> pentru client.</a:t>
            </a:r>
          </a:p>
          <a:p>
            <a:r>
              <a:rPr lang="en-US" dirty="0" err="1"/>
              <a:t>Exemple</a:t>
            </a:r>
            <a:r>
              <a:rPr lang="en-US" dirty="0"/>
              <a:t> de </a:t>
            </a:r>
            <a:r>
              <a:rPr lang="en-US" dirty="0" err="1"/>
              <a:t>endpointuri</a:t>
            </a:r>
            <a:r>
              <a:rPr lang="en-US" dirty="0"/>
              <a:t>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GET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https://api.exemplu.com/users</a:t>
            </a:r>
            <a:r>
              <a:rPr lang="en-US" dirty="0"/>
              <a:t> -&gt; </a:t>
            </a:r>
            <a:r>
              <a:rPr lang="en-US" dirty="0" err="1"/>
              <a:t>returneaza</a:t>
            </a:r>
            <a:r>
              <a:rPr lang="en-US" dirty="0"/>
              <a:t> </a:t>
            </a:r>
            <a:r>
              <a:rPr lang="en-US" dirty="0" err="1"/>
              <a:t>toti</a:t>
            </a:r>
            <a:r>
              <a:rPr lang="en-US" dirty="0"/>
              <a:t> </a:t>
            </a:r>
            <a:r>
              <a:rPr lang="en-US" dirty="0" err="1"/>
              <a:t>utilizatorii</a:t>
            </a:r>
            <a:r>
              <a:rPr lang="en-US" dirty="0"/>
              <a:t> 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GET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https://api.exemplu.com/users/5</a:t>
            </a:r>
            <a:r>
              <a:rPr lang="en-US" dirty="0"/>
              <a:t> -&gt; </a:t>
            </a:r>
            <a:r>
              <a:rPr lang="it-IT" dirty="0"/>
              <a:t>returnează utilizatorul cu ID-ul 5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nn-NO" b="1" dirty="0"/>
              <a:t>POST</a:t>
            </a:r>
            <a:r>
              <a:rPr lang="nn-NO" dirty="0"/>
              <a:t> </a:t>
            </a:r>
            <a:r>
              <a:rPr lang="nn-NO" dirty="0">
                <a:hlinkClick r:id="rId2"/>
              </a:rPr>
              <a:t>https://api.exemplu.com/users</a:t>
            </a:r>
            <a:r>
              <a:rPr lang="nn-NO" dirty="0"/>
              <a:t> - &gt; </a:t>
            </a:r>
            <a:r>
              <a:rPr lang="en-US" dirty="0" err="1"/>
              <a:t>creează</a:t>
            </a:r>
            <a:r>
              <a:rPr lang="en-US" dirty="0"/>
              <a:t> un nou </a:t>
            </a:r>
            <a:r>
              <a:rPr lang="en-US" dirty="0" err="1"/>
              <a:t>utilizator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DELETE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https://api.exemplu.com/users/5</a:t>
            </a:r>
            <a:r>
              <a:rPr lang="en-US" dirty="0"/>
              <a:t> -&gt; </a:t>
            </a:r>
            <a:r>
              <a:rPr lang="en-US" dirty="0" err="1"/>
              <a:t>șterge</a:t>
            </a:r>
            <a:r>
              <a:rPr lang="en-US" dirty="0"/>
              <a:t> </a:t>
            </a:r>
            <a:r>
              <a:rPr lang="en-US" dirty="0" err="1"/>
              <a:t>utilizatorul</a:t>
            </a:r>
            <a:r>
              <a:rPr lang="en-US" dirty="0"/>
              <a:t> cu ID-ul 5 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05745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B4650-00EB-C792-5A07-601DD4F84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BB8B5-02E8-59FA-EF70-E2F1647AA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Aplicatie</a:t>
            </a:r>
            <a:r>
              <a:rPr lang="en-US" dirty="0"/>
              <a:t> Inventory -  CORS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DAF49-A41A-C436-89F7-2A69D53EC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080" y="1689100"/>
            <a:ext cx="4322719" cy="3777622"/>
          </a:xfrm>
        </p:spPr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Program.cs</a:t>
            </a:r>
            <a:r>
              <a:rPr lang="en-US" dirty="0"/>
              <a:t> </a:t>
            </a:r>
            <a:r>
              <a:rPr lang="en-US" dirty="0" err="1"/>
              <a:t>facem</a:t>
            </a:r>
            <a:r>
              <a:rPr lang="en-US" dirty="0"/>
              <a:t> </a:t>
            </a:r>
            <a:r>
              <a:rPr lang="en-US" dirty="0" err="1"/>
              <a:t>urmatoarele</a:t>
            </a:r>
            <a:r>
              <a:rPr lang="en-US" dirty="0"/>
              <a:t> </a:t>
            </a:r>
            <a:r>
              <a:rPr lang="en-US" dirty="0" err="1"/>
              <a:t>modificari</a:t>
            </a:r>
            <a:r>
              <a:rPr lang="en-US" dirty="0"/>
              <a:t> :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1FE0CF-A50B-127F-D1E3-51D393D50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4257" y="1317356"/>
            <a:ext cx="4327429" cy="522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571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77E14-AC82-EC5C-F119-8E5EAC934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Aplicatie</a:t>
            </a:r>
            <a:r>
              <a:rPr lang="en-US" dirty="0"/>
              <a:t> Inventory -  Swagger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E360E-E195-9857-4060-5AAA4BCB3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Pornim</a:t>
            </a:r>
            <a:r>
              <a:rPr lang="en-US" dirty="0"/>
              <a:t> </a:t>
            </a:r>
            <a:r>
              <a:rPr lang="en-US" dirty="0" err="1"/>
              <a:t>aplicatia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se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deschide</a:t>
            </a:r>
            <a:r>
              <a:rPr lang="en-US" dirty="0"/>
              <a:t> </a:t>
            </a:r>
            <a:r>
              <a:rPr lang="en-US" dirty="0" err="1"/>
              <a:t>pagina</a:t>
            </a:r>
            <a:r>
              <a:rPr lang="en-US" dirty="0"/>
              <a:t> de Swagger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putem</a:t>
            </a:r>
            <a:r>
              <a:rPr lang="en-US" dirty="0"/>
              <a:t> </a:t>
            </a:r>
            <a:r>
              <a:rPr lang="en-US" dirty="0" err="1"/>
              <a:t>vedea</a:t>
            </a:r>
            <a:r>
              <a:rPr lang="en-US" dirty="0"/>
              <a:t> </a:t>
            </a:r>
            <a:r>
              <a:rPr lang="en-US" dirty="0" err="1"/>
              <a:t>cele</a:t>
            </a:r>
            <a:r>
              <a:rPr lang="en-US" dirty="0"/>
              <a:t> 2 endpoint-</a:t>
            </a:r>
            <a:r>
              <a:rPr lang="en-US" dirty="0" err="1"/>
              <a:t>uri</a:t>
            </a:r>
            <a:r>
              <a:rPr lang="en-US" dirty="0"/>
              <a:t> create :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7CB3EF8-5537-8E7A-4346-6757DA738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446" y="3031478"/>
            <a:ext cx="8346931" cy="3202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5748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787C0-5972-DE2F-61F7-F46F89459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E49DB-1DC1-8D8A-A925-AB7D1E1C7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24017"/>
          </a:xfrm>
        </p:spPr>
        <p:txBody>
          <a:bodyPr/>
          <a:lstStyle/>
          <a:p>
            <a:r>
              <a:rPr lang="en-US" dirty="0"/>
              <a:t>Status Codes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8C71F-D557-EC3F-2C25-B3D8DC00E5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9256" y="1608666"/>
            <a:ext cx="8915400" cy="1586090"/>
          </a:xfrm>
        </p:spPr>
        <p:txBody>
          <a:bodyPr>
            <a:normAutofit/>
          </a:bodyPr>
          <a:lstStyle/>
          <a:p>
            <a:r>
              <a:rPr lang="en-US" b="1" dirty="0"/>
              <a:t>Status codes</a:t>
            </a:r>
            <a:r>
              <a:rPr lang="en-US" dirty="0"/>
              <a:t> (</a:t>
            </a:r>
            <a:r>
              <a:rPr lang="en-US" dirty="0" err="1"/>
              <a:t>coduri</a:t>
            </a:r>
            <a:r>
              <a:rPr lang="en-US" dirty="0"/>
              <a:t> de stare HTTP) sunt </a:t>
            </a:r>
            <a:r>
              <a:rPr lang="en-US" b="1" dirty="0" err="1"/>
              <a:t>răspunsuri</a:t>
            </a:r>
            <a:r>
              <a:rPr lang="en-US" b="1" dirty="0"/>
              <a:t> </a:t>
            </a:r>
            <a:r>
              <a:rPr lang="en-US" b="1" dirty="0" err="1"/>
              <a:t>trimise</a:t>
            </a:r>
            <a:r>
              <a:rPr lang="en-US" b="1" dirty="0"/>
              <a:t> de server</a:t>
            </a:r>
            <a:r>
              <a:rPr lang="en-US" dirty="0"/>
              <a:t> </a:t>
            </a:r>
            <a:r>
              <a:rPr lang="en-US" dirty="0" err="1"/>
              <a:t>după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primește</a:t>
            </a:r>
            <a:r>
              <a:rPr lang="en-US" dirty="0"/>
              <a:t> o </a:t>
            </a:r>
            <a:r>
              <a:rPr lang="en-US" dirty="0" err="1"/>
              <a:t>cerere</a:t>
            </a:r>
            <a:r>
              <a:rPr lang="en-US" dirty="0"/>
              <a:t> de la un client (de </a:t>
            </a:r>
            <a:r>
              <a:rPr lang="en-US" dirty="0" err="1"/>
              <a:t>exemplu</a:t>
            </a:r>
            <a:r>
              <a:rPr lang="en-US" dirty="0"/>
              <a:t>, browser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aplicație</a:t>
            </a:r>
            <a:r>
              <a:rPr lang="en-US" dirty="0"/>
              <a:t>).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coduri</a:t>
            </a:r>
            <a:r>
              <a:rPr lang="en-US" dirty="0"/>
              <a:t> </a:t>
            </a:r>
            <a:r>
              <a:rPr lang="en-US" dirty="0" err="1"/>
              <a:t>indică</a:t>
            </a:r>
            <a:r>
              <a:rPr lang="en-US" dirty="0"/>
              <a:t> </a:t>
            </a:r>
            <a:r>
              <a:rPr lang="en-US" b="1" dirty="0" err="1"/>
              <a:t>rezultatul</a:t>
            </a:r>
            <a:r>
              <a:rPr lang="en-US" b="1" dirty="0"/>
              <a:t> </a:t>
            </a:r>
            <a:r>
              <a:rPr lang="en-US" b="1" dirty="0" err="1"/>
              <a:t>cererii</a:t>
            </a:r>
            <a:r>
              <a:rPr lang="en-US" dirty="0"/>
              <a:t>, </a:t>
            </a:r>
            <a:r>
              <a:rPr lang="en-US" dirty="0" err="1"/>
              <a:t>adică</a:t>
            </a:r>
            <a:r>
              <a:rPr lang="en-US" dirty="0"/>
              <a:t> </a:t>
            </a:r>
            <a:r>
              <a:rPr lang="en-US" dirty="0" err="1"/>
              <a:t>dacă</a:t>
            </a:r>
            <a:r>
              <a:rPr lang="en-US" dirty="0"/>
              <a:t> a </a:t>
            </a:r>
            <a:r>
              <a:rPr lang="en-US" dirty="0" err="1"/>
              <a:t>avut</a:t>
            </a:r>
            <a:r>
              <a:rPr lang="en-US" dirty="0"/>
              <a:t> </a:t>
            </a:r>
            <a:r>
              <a:rPr lang="en-US" dirty="0" err="1"/>
              <a:t>succes</a:t>
            </a:r>
            <a:r>
              <a:rPr lang="en-US" dirty="0"/>
              <a:t>, a </a:t>
            </a:r>
            <a:r>
              <a:rPr lang="en-US" dirty="0" err="1"/>
              <a:t>eșuat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necesită</a:t>
            </a:r>
            <a:r>
              <a:rPr lang="en-US" dirty="0"/>
              <a:t> o </a:t>
            </a:r>
            <a:r>
              <a:rPr lang="en-US" dirty="0" err="1"/>
              <a:t>altă</a:t>
            </a:r>
            <a:r>
              <a:rPr lang="en-US" dirty="0"/>
              <a:t> </a:t>
            </a:r>
            <a:r>
              <a:rPr lang="en-US" dirty="0" err="1"/>
              <a:t>acțiune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7507540-2AEA-B1F8-DD16-9090C85865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0250132"/>
              </p:ext>
            </p:extLst>
          </p:nvPr>
        </p:nvGraphicFramePr>
        <p:xfrm>
          <a:off x="1546578" y="3019779"/>
          <a:ext cx="9958035" cy="337293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624901">
                  <a:extLst>
                    <a:ext uri="{9D8B030D-6E8A-4147-A177-3AD203B41FA5}">
                      <a16:colId xmlns:a16="http://schemas.microsoft.com/office/drawing/2014/main" val="3910473426"/>
                    </a:ext>
                  </a:extLst>
                </a:gridCol>
                <a:gridCol w="3666567">
                  <a:extLst>
                    <a:ext uri="{9D8B030D-6E8A-4147-A177-3AD203B41FA5}">
                      <a16:colId xmlns:a16="http://schemas.microsoft.com/office/drawing/2014/main" val="1500770262"/>
                    </a:ext>
                  </a:extLst>
                </a:gridCol>
                <a:gridCol w="3666567">
                  <a:extLst>
                    <a:ext uri="{9D8B030D-6E8A-4147-A177-3AD203B41FA5}">
                      <a16:colId xmlns:a16="http://schemas.microsoft.com/office/drawing/2014/main" val="4173573119"/>
                    </a:ext>
                  </a:extLst>
                </a:gridCol>
              </a:tblGrid>
              <a:tr h="404693">
                <a:tc>
                  <a:txBody>
                    <a:bodyPr/>
                    <a:lstStyle/>
                    <a:p>
                      <a:r>
                        <a:rPr lang="en-US" dirty="0"/>
                        <a:t>Cod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Semnificatie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Cand </a:t>
                      </a:r>
                      <a:r>
                        <a:rPr lang="en-US" dirty="0" err="1"/>
                        <a:t>Apare</a:t>
                      </a:r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9494645"/>
                  </a:ext>
                </a:extLst>
              </a:tr>
              <a:tr h="708212">
                <a:tc>
                  <a:txBody>
                    <a:bodyPr/>
                    <a:lstStyle/>
                    <a:p>
                      <a:r>
                        <a:rPr lang="en-US" dirty="0"/>
                        <a:t>200 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Totul e </a:t>
                      </a:r>
                      <a:r>
                        <a:rPr lang="en-US" dirty="0" err="1"/>
                        <a:t>în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regulă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Răspuns</a:t>
                      </a:r>
                      <a:r>
                        <a:rPr lang="fr-FR" dirty="0"/>
                        <a:t> la un GET </a:t>
                      </a:r>
                      <a:r>
                        <a:rPr lang="fr-FR" dirty="0" err="1"/>
                        <a:t>sau</a:t>
                      </a:r>
                      <a:r>
                        <a:rPr lang="fr-FR" dirty="0"/>
                        <a:t> POST </a:t>
                      </a:r>
                      <a:r>
                        <a:rPr lang="fr-FR" dirty="0" err="1"/>
                        <a:t>reușit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1025934"/>
                  </a:ext>
                </a:extLst>
              </a:tr>
              <a:tr h="507049">
                <a:tc>
                  <a:txBody>
                    <a:bodyPr/>
                    <a:lstStyle/>
                    <a:p>
                      <a:r>
                        <a:rPr lang="en-US" dirty="0"/>
                        <a:t>201 Created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Resursa</a:t>
                      </a:r>
                      <a:r>
                        <a:rPr lang="en-US" dirty="0"/>
                        <a:t> a </a:t>
                      </a:r>
                      <a:r>
                        <a:rPr lang="en-US" dirty="0" err="1"/>
                        <a:t>fost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creată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După</a:t>
                      </a:r>
                      <a:r>
                        <a:rPr lang="en-US" dirty="0"/>
                        <a:t> un POST de </a:t>
                      </a:r>
                      <a:r>
                        <a:rPr lang="en-US" dirty="0" err="1"/>
                        <a:t>succes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1943938"/>
                  </a:ext>
                </a:extLst>
              </a:tr>
              <a:tr h="708212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400 Bad Request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Cerere </a:t>
                      </a:r>
                      <a:r>
                        <a:rPr lang="en-US" dirty="0" err="1"/>
                        <a:t>greșită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Lipsesc</a:t>
                      </a:r>
                      <a:r>
                        <a:rPr lang="fr-FR" dirty="0"/>
                        <a:t> date </a:t>
                      </a:r>
                      <a:r>
                        <a:rPr lang="fr-FR" dirty="0" err="1"/>
                        <a:t>sau</a:t>
                      </a:r>
                      <a:r>
                        <a:rPr lang="fr-FR" dirty="0"/>
                        <a:t> format </a:t>
                      </a:r>
                      <a:r>
                        <a:rPr lang="fr-FR" dirty="0" err="1"/>
                        <a:t>incorect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178349"/>
                  </a:ext>
                </a:extLst>
              </a:tr>
              <a:tr h="404693">
                <a:tc>
                  <a:txBody>
                    <a:bodyPr/>
                    <a:lstStyle/>
                    <a:p>
                      <a:r>
                        <a:rPr lang="en-US" dirty="0"/>
                        <a:t>404 Not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 s-a </a:t>
                      </a:r>
                      <a:r>
                        <a:rPr lang="en-US" dirty="0" err="1"/>
                        <a:t>găsit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resursa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Ex: /</a:t>
                      </a:r>
                      <a:r>
                        <a:rPr lang="fr-FR" dirty="0" err="1"/>
                        <a:t>users</a:t>
                      </a:r>
                      <a:r>
                        <a:rPr lang="fr-FR" dirty="0"/>
                        <a:t>/9 nu </a:t>
                      </a:r>
                      <a:r>
                        <a:rPr lang="fr-FR" dirty="0" err="1"/>
                        <a:t>există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6791078"/>
                  </a:ext>
                </a:extLst>
              </a:tr>
              <a:tr h="404693">
                <a:tc>
                  <a:txBody>
                    <a:bodyPr/>
                    <a:lstStyle/>
                    <a:p>
                      <a:r>
                        <a:rPr lang="en-US" dirty="0"/>
                        <a:t>500 Internal Server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Eroare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internă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Probleme</a:t>
                      </a:r>
                      <a:r>
                        <a:rPr lang="en-US" dirty="0"/>
                        <a:t> pe server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28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861448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59FDD-EE0B-6329-0A7C-DFE8CEA20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1DC40-DD91-0E4D-3D22-8D92729C7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081" y="624110"/>
            <a:ext cx="9934532" cy="911179"/>
          </a:xfrm>
        </p:spPr>
        <p:txBody>
          <a:bodyPr/>
          <a:lstStyle/>
          <a:p>
            <a:r>
              <a:rPr lang="en-US" dirty="0" err="1"/>
              <a:t>Aplicatie</a:t>
            </a:r>
            <a:r>
              <a:rPr lang="en-US" dirty="0"/>
              <a:t> Inventory -  Angular App - 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5C0BE-0E10-51EC-4A68-68DE29E8A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080" y="1689099"/>
            <a:ext cx="9239031" cy="3932767"/>
          </a:xfrm>
        </p:spPr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aplicatia</a:t>
            </a:r>
            <a:r>
              <a:rPr lang="en-US" dirty="0"/>
              <a:t> de Angular, in </a:t>
            </a:r>
            <a:r>
              <a:rPr lang="en-US" dirty="0" err="1"/>
              <a:t>InventoryListMock</a:t>
            </a:r>
            <a:r>
              <a:rPr lang="en-US" dirty="0"/>
              <a:t> </a:t>
            </a:r>
            <a:r>
              <a:rPr lang="en-US" dirty="0" err="1"/>
              <a:t>facem</a:t>
            </a:r>
            <a:r>
              <a:rPr lang="en-US" dirty="0"/>
              <a:t> </a:t>
            </a:r>
            <a:r>
              <a:rPr lang="en-US" dirty="0" err="1"/>
              <a:t>urmatoarele</a:t>
            </a:r>
            <a:r>
              <a:rPr lang="en-US" dirty="0"/>
              <a:t> </a:t>
            </a:r>
            <a:r>
              <a:rPr lang="en-US" dirty="0" err="1"/>
              <a:t>modificari</a:t>
            </a:r>
            <a:r>
              <a:rPr lang="en-US" dirty="0"/>
              <a:t> :</a:t>
            </a:r>
            <a:br>
              <a:rPr lang="en-US" dirty="0"/>
            </a:b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F40A2F-B22C-F5D1-4C84-7B3F1F460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9191" y="2524571"/>
            <a:ext cx="5605551" cy="5419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999807-30EB-2BE0-BD7A-F04D6C1D4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9191" y="3429000"/>
            <a:ext cx="5605551" cy="14013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D26922-F86E-669A-63AA-64AD3D9FE7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5649" y="3429000"/>
            <a:ext cx="5692633" cy="1401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5495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9765B-5944-1B08-F206-F890FBA0A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9A166-0723-B3F3-7727-A9985AAE0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9601" y="624110"/>
            <a:ext cx="9625012" cy="1280890"/>
          </a:xfrm>
        </p:spPr>
        <p:txBody>
          <a:bodyPr/>
          <a:lstStyle/>
          <a:p>
            <a:r>
              <a:rPr lang="en-US" dirty="0" err="1"/>
              <a:t>Aplicatie</a:t>
            </a:r>
            <a:r>
              <a:rPr lang="en-US" dirty="0"/>
              <a:t> Inventory -  Angular App - 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8FA24-CC2F-9AD2-362D-F268F45B97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080" y="1689099"/>
            <a:ext cx="9239031" cy="3932767"/>
          </a:xfrm>
        </p:spPr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Inventory.ts</a:t>
            </a:r>
            <a:r>
              <a:rPr lang="en-US" dirty="0"/>
              <a:t> </a:t>
            </a:r>
            <a:r>
              <a:rPr lang="en-US" dirty="0" err="1"/>
              <a:t>facem</a:t>
            </a:r>
            <a:r>
              <a:rPr lang="en-US" dirty="0"/>
              <a:t> </a:t>
            </a:r>
            <a:r>
              <a:rPr lang="en-US" dirty="0" err="1"/>
              <a:t>urmatoarele</a:t>
            </a:r>
            <a:r>
              <a:rPr lang="en-US" dirty="0"/>
              <a:t> </a:t>
            </a:r>
            <a:r>
              <a:rPr lang="en-US" dirty="0" err="1"/>
              <a:t>modificari</a:t>
            </a:r>
            <a:r>
              <a:rPr lang="en-US" dirty="0"/>
              <a:t> :</a:t>
            </a:r>
            <a:br>
              <a:rPr lang="en-US" dirty="0"/>
            </a:br>
            <a:r>
              <a:rPr lang="en-US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317649-44AF-4F40-D8B4-BEF7ADD9E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132" y="2690872"/>
            <a:ext cx="6693736" cy="26149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3B11E07-5186-C31C-3F3D-05E076F92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9133" y="5534169"/>
            <a:ext cx="6693736" cy="11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0239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84968-1828-6C0E-3D05-EA5A89AF3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FFB9E-9423-A80B-F0E2-F796E9AD7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9467" y="624110"/>
            <a:ext cx="9845145" cy="1280890"/>
          </a:xfrm>
        </p:spPr>
        <p:txBody>
          <a:bodyPr/>
          <a:lstStyle/>
          <a:p>
            <a:r>
              <a:rPr lang="en-US" dirty="0" err="1"/>
              <a:t>Aplicatie</a:t>
            </a:r>
            <a:r>
              <a:rPr lang="en-US" dirty="0"/>
              <a:t> Inventory -  Angular App - POST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2C902-331F-D2B3-2DA5-54B636643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080" y="1689099"/>
            <a:ext cx="9239031" cy="3932767"/>
          </a:xfrm>
        </p:spPr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InventoryListMock</a:t>
            </a:r>
            <a:r>
              <a:rPr lang="en-US" dirty="0"/>
              <a:t> </a:t>
            </a:r>
            <a:r>
              <a:rPr lang="en-US" dirty="0" err="1"/>
              <a:t>facem</a:t>
            </a:r>
            <a:r>
              <a:rPr lang="en-US" dirty="0"/>
              <a:t> </a:t>
            </a:r>
            <a:r>
              <a:rPr lang="en-US" dirty="0" err="1"/>
              <a:t>urmatoarele</a:t>
            </a:r>
            <a:r>
              <a:rPr lang="en-US" dirty="0"/>
              <a:t> </a:t>
            </a:r>
            <a:r>
              <a:rPr lang="en-US" dirty="0" err="1"/>
              <a:t>modificari</a:t>
            </a:r>
            <a:r>
              <a:rPr lang="en-US" dirty="0"/>
              <a:t> :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B2BC6F-B964-AA38-C23B-BCA7A1757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8486" y="2727601"/>
            <a:ext cx="6695028" cy="148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721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FEB33-BE6D-CA18-F174-96D844432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DD42E-8520-9AE2-8399-72D7BACFB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9467" y="624110"/>
            <a:ext cx="9845145" cy="1280890"/>
          </a:xfrm>
        </p:spPr>
        <p:txBody>
          <a:bodyPr/>
          <a:lstStyle/>
          <a:p>
            <a:r>
              <a:rPr lang="en-US" dirty="0" err="1"/>
              <a:t>Aplicatie</a:t>
            </a:r>
            <a:r>
              <a:rPr lang="en-US" dirty="0"/>
              <a:t> Inventory -  Angular App - POST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F5E77-796D-A5DE-8CBC-58173357E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080" y="1689099"/>
            <a:ext cx="9239031" cy="3932767"/>
          </a:xfrm>
        </p:spPr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AddItem</a:t>
            </a:r>
            <a:r>
              <a:rPr lang="en-US" dirty="0"/>
              <a:t> </a:t>
            </a:r>
            <a:r>
              <a:rPr lang="en-US" dirty="0" err="1"/>
              <a:t>facem</a:t>
            </a:r>
            <a:r>
              <a:rPr lang="en-US" dirty="0"/>
              <a:t> </a:t>
            </a:r>
            <a:r>
              <a:rPr lang="en-US" dirty="0" err="1"/>
              <a:t>urmatoarele</a:t>
            </a:r>
            <a:r>
              <a:rPr lang="en-US" dirty="0"/>
              <a:t> </a:t>
            </a:r>
            <a:r>
              <a:rPr lang="en-US" dirty="0" err="1"/>
              <a:t>modificari</a:t>
            </a:r>
            <a:r>
              <a:rPr lang="en-US" dirty="0"/>
              <a:t> (</a:t>
            </a:r>
            <a:r>
              <a:rPr lang="en-US" dirty="0" err="1"/>
              <a:t>ngOnInit</a:t>
            </a:r>
            <a:r>
              <a:rPr lang="en-US" dirty="0"/>
              <a:t>) :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56A949-AA74-0A59-B170-075128BB4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641" y="2331818"/>
            <a:ext cx="7483488" cy="355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0240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58B65-D96D-4613-2E30-2DF1D502B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0E0D5-80FE-DE7A-4FB0-CC28F67F5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9467" y="624110"/>
            <a:ext cx="9845145" cy="1280890"/>
          </a:xfrm>
        </p:spPr>
        <p:txBody>
          <a:bodyPr/>
          <a:lstStyle/>
          <a:p>
            <a:r>
              <a:rPr lang="en-US" dirty="0" err="1"/>
              <a:t>Aplicatie</a:t>
            </a:r>
            <a:r>
              <a:rPr lang="en-US" dirty="0"/>
              <a:t> Inventory -  Angular App - POST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91889-F925-9EC4-BB64-CC895C9D4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080" y="1689099"/>
            <a:ext cx="9239031" cy="3932767"/>
          </a:xfrm>
        </p:spPr>
        <p:txBody>
          <a:bodyPr/>
          <a:lstStyle/>
          <a:p>
            <a:r>
              <a:rPr lang="en-US" dirty="0"/>
              <a:t>In add-</a:t>
            </a:r>
            <a:r>
              <a:rPr lang="en-US" dirty="0" err="1"/>
              <a:t>item.ts</a:t>
            </a:r>
            <a:r>
              <a:rPr lang="en-US" dirty="0"/>
              <a:t> </a:t>
            </a:r>
            <a:r>
              <a:rPr lang="en-US" dirty="0" err="1"/>
              <a:t>facem</a:t>
            </a:r>
            <a:r>
              <a:rPr lang="en-US" dirty="0"/>
              <a:t> </a:t>
            </a:r>
            <a:r>
              <a:rPr lang="en-US" dirty="0" err="1"/>
              <a:t>urmatoarele</a:t>
            </a:r>
            <a:r>
              <a:rPr lang="en-US" dirty="0"/>
              <a:t> </a:t>
            </a:r>
            <a:r>
              <a:rPr lang="en-US" dirty="0" err="1"/>
              <a:t>modificari</a:t>
            </a:r>
            <a:r>
              <a:rPr lang="en-US" dirty="0"/>
              <a:t> (</a:t>
            </a:r>
            <a:r>
              <a:rPr lang="en-US" dirty="0" err="1"/>
              <a:t>onSubmit</a:t>
            </a:r>
            <a:r>
              <a:rPr lang="en-US" dirty="0"/>
              <a:t>) :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 </a:t>
            </a:r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ACD82A7B-9907-43EE-2B99-DF95D20EA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632" y="2347886"/>
            <a:ext cx="6879925" cy="3674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365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5A7B3-29DC-82B7-F8E2-F4BFBE779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C4D08-7B57-EA98-0AE5-085680650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9467" y="624110"/>
            <a:ext cx="9845145" cy="1280890"/>
          </a:xfrm>
        </p:spPr>
        <p:txBody>
          <a:bodyPr/>
          <a:lstStyle/>
          <a:p>
            <a:r>
              <a:rPr lang="en-US" dirty="0" err="1"/>
              <a:t>Aplicatie</a:t>
            </a:r>
            <a:r>
              <a:rPr lang="en-US" dirty="0"/>
              <a:t> Inventory – 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83F60-4B02-F73C-CCED-F041CB3DF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080" y="1689099"/>
            <a:ext cx="9239031" cy="3932767"/>
          </a:xfrm>
        </p:spPr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InventoryItemDataOps</a:t>
            </a:r>
            <a:r>
              <a:rPr lang="en-US" dirty="0"/>
              <a:t> </a:t>
            </a:r>
            <a:r>
              <a:rPr lang="en-US" dirty="0" err="1"/>
              <a:t>adaugam</a:t>
            </a:r>
            <a:r>
              <a:rPr lang="en-US" dirty="0"/>
              <a:t> o </a:t>
            </a:r>
            <a:r>
              <a:rPr lang="en-US" dirty="0" err="1"/>
              <a:t>noua</a:t>
            </a:r>
            <a:r>
              <a:rPr lang="en-US" dirty="0"/>
              <a:t> </a:t>
            </a:r>
            <a:r>
              <a:rPr lang="en-US" dirty="0" err="1"/>
              <a:t>metoda</a:t>
            </a:r>
            <a:r>
              <a:rPr lang="en-US" dirty="0"/>
              <a:t>: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 </a:t>
            </a:r>
          </a:p>
        </p:txBody>
      </p:sp>
      <p:pic>
        <p:nvPicPr>
          <p:cNvPr id="5" name="Picture 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745BFE6D-5D98-6608-DD2C-CEC5B0542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393" y="2527163"/>
            <a:ext cx="5563213" cy="247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1521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8FEC3-FA39-311B-FB40-CBFC7AC88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Aplicatie</a:t>
            </a:r>
            <a:r>
              <a:rPr lang="en-US" dirty="0"/>
              <a:t> Inventory – PUT - Controller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912BA6B-1A2B-AF54-BF19-D22E289BAB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0376" y="2523128"/>
            <a:ext cx="9692676" cy="2769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0163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15CA4-0B11-A6BB-3DFF-52766CE94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10B51-15CC-9FC9-9671-6C1655B2E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9467" y="624110"/>
            <a:ext cx="9845145" cy="1280890"/>
          </a:xfrm>
        </p:spPr>
        <p:txBody>
          <a:bodyPr/>
          <a:lstStyle/>
          <a:p>
            <a:r>
              <a:rPr lang="en-US" dirty="0" err="1"/>
              <a:t>Aplicatie</a:t>
            </a:r>
            <a:r>
              <a:rPr lang="en-US" dirty="0"/>
              <a:t> Inventory - </a:t>
            </a:r>
            <a:r>
              <a:rPr lang="en-US" dirty="0" err="1"/>
              <a:t>GetById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55352-F3D5-00BA-AC0C-737CB5243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080" y="1689099"/>
            <a:ext cx="9239031" cy="3932767"/>
          </a:xfrm>
        </p:spPr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InventoryItemDataOps</a:t>
            </a:r>
            <a:r>
              <a:rPr lang="en-US" dirty="0"/>
              <a:t> </a:t>
            </a:r>
            <a:r>
              <a:rPr lang="en-US" dirty="0" err="1"/>
              <a:t>adaugam</a:t>
            </a:r>
            <a:r>
              <a:rPr lang="en-US" dirty="0"/>
              <a:t> o </a:t>
            </a:r>
            <a:r>
              <a:rPr lang="en-US" dirty="0" err="1"/>
              <a:t>noua</a:t>
            </a:r>
            <a:r>
              <a:rPr lang="en-US" dirty="0"/>
              <a:t> </a:t>
            </a:r>
            <a:r>
              <a:rPr lang="en-US" dirty="0" err="1"/>
              <a:t>metoda</a:t>
            </a:r>
            <a:r>
              <a:rPr lang="en-US" dirty="0"/>
              <a:t>: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 </a:t>
            </a:r>
          </a:p>
        </p:txBody>
      </p:sp>
      <p:pic>
        <p:nvPicPr>
          <p:cNvPr id="5" name="Picture 4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8FD58C14-1AF7-8854-2866-1A1DF992B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6037" y="2796056"/>
            <a:ext cx="6879925" cy="1096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6573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656A9-86D7-B7D5-435C-16B647B72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FEA0C-70A0-121C-8E9F-BDA91C878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9467" y="624110"/>
            <a:ext cx="9845145" cy="1280890"/>
          </a:xfrm>
        </p:spPr>
        <p:txBody>
          <a:bodyPr/>
          <a:lstStyle/>
          <a:p>
            <a:r>
              <a:rPr lang="en-US" dirty="0" err="1"/>
              <a:t>Aplicatie</a:t>
            </a:r>
            <a:r>
              <a:rPr lang="en-US" dirty="0"/>
              <a:t> Inventory - </a:t>
            </a:r>
            <a:r>
              <a:rPr lang="en-US" dirty="0" err="1"/>
              <a:t>GetById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95B97-3AFA-3384-CDBA-CE71EDB1C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080" y="1689099"/>
            <a:ext cx="9239031" cy="3932767"/>
          </a:xfrm>
        </p:spPr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InventoryItemController</a:t>
            </a:r>
            <a:r>
              <a:rPr lang="en-US" dirty="0"/>
              <a:t> </a:t>
            </a:r>
            <a:r>
              <a:rPr lang="en-US" dirty="0" err="1"/>
              <a:t>adaugam</a:t>
            </a:r>
            <a:r>
              <a:rPr lang="en-US" dirty="0"/>
              <a:t> o </a:t>
            </a:r>
            <a:r>
              <a:rPr lang="en-US" dirty="0" err="1"/>
              <a:t>noua</a:t>
            </a:r>
            <a:r>
              <a:rPr lang="en-US" dirty="0"/>
              <a:t> </a:t>
            </a:r>
            <a:r>
              <a:rPr lang="en-US" dirty="0" err="1"/>
              <a:t>metoda</a:t>
            </a:r>
            <a:r>
              <a:rPr lang="en-US" dirty="0"/>
              <a:t>: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 </a:t>
            </a:r>
          </a:p>
        </p:txBody>
      </p:sp>
      <p:pic>
        <p:nvPicPr>
          <p:cNvPr id="6" name="Picture 5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65392FE2-01E5-DE36-586A-4AF96CDDA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3943" y="2658197"/>
            <a:ext cx="6442334" cy="24596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9CEBE1-06E5-8148-D171-05D49D712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7600" y="2590681"/>
            <a:ext cx="7376799" cy="274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6026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149B1-4D0C-BF88-5A56-C75184898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B925D-24A5-9DBA-0BE5-A890DEAE9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9467" y="624110"/>
            <a:ext cx="9845145" cy="1280890"/>
          </a:xfrm>
        </p:spPr>
        <p:txBody>
          <a:bodyPr/>
          <a:lstStyle/>
          <a:p>
            <a:r>
              <a:rPr lang="en-US" dirty="0" err="1"/>
              <a:t>Aplicatie</a:t>
            </a:r>
            <a:r>
              <a:rPr lang="en-US" dirty="0"/>
              <a:t> Inventory -  Angular App - 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E6F8C-84CD-7E79-B7C2-CA7E9433A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080" y="1689099"/>
            <a:ext cx="9239031" cy="3932767"/>
          </a:xfrm>
        </p:spPr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InventoryListMock</a:t>
            </a:r>
            <a:r>
              <a:rPr lang="en-US" dirty="0"/>
              <a:t> </a:t>
            </a:r>
            <a:r>
              <a:rPr lang="en-US" dirty="0" err="1"/>
              <a:t>facem</a:t>
            </a:r>
            <a:r>
              <a:rPr lang="en-US" dirty="0"/>
              <a:t> </a:t>
            </a:r>
            <a:r>
              <a:rPr lang="en-US" dirty="0" err="1"/>
              <a:t>urmatoarele</a:t>
            </a:r>
            <a:r>
              <a:rPr lang="en-US" dirty="0"/>
              <a:t> </a:t>
            </a:r>
            <a:r>
              <a:rPr lang="en-US" dirty="0" err="1"/>
              <a:t>modificari</a:t>
            </a:r>
            <a:r>
              <a:rPr lang="en-US" dirty="0"/>
              <a:t> :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 </a:t>
            </a:r>
          </a:p>
        </p:txBody>
      </p:sp>
      <p:pic>
        <p:nvPicPr>
          <p:cNvPr id="6" name="Picture 5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88E8C80F-0CE8-7D8A-CE9D-F44AC6117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0612" y="2614011"/>
            <a:ext cx="6020463" cy="12913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BA2DB9-F461-CE98-E89D-D61B72D232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0612" y="4401188"/>
            <a:ext cx="6020463" cy="767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4296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A448B-3AA9-1182-F26C-F7B270936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92CF9-36D8-F293-AEB0-E9BD8FB9F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9467" y="624110"/>
            <a:ext cx="9845145" cy="1280890"/>
          </a:xfrm>
        </p:spPr>
        <p:txBody>
          <a:bodyPr/>
          <a:lstStyle/>
          <a:p>
            <a:r>
              <a:rPr lang="en-US" dirty="0" err="1"/>
              <a:t>Aplicatie</a:t>
            </a:r>
            <a:r>
              <a:rPr lang="en-US" dirty="0"/>
              <a:t> Inventory -  Angular App - 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D8FC7-1A95-C637-F5F1-0F04E78338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080" y="1689099"/>
            <a:ext cx="9239031" cy="3932767"/>
          </a:xfrm>
        </p:spPr>
        <p:txBody>
          <a:bodyPr/>
          <a:lstStyle/>
          <a:p>
            <a:r>
              <a:rPr lang="en-US" dirty="0"/>
              <a:t>In show-</a:t>
            </a:r>
            <a:r>
              <a:rPr lang="en-US" dirty="0" err="1"/>
              <a:t>item.ts</a:t>
            </a:r>
            <a:r>
              <a:rPr lang="en-US" dirty="0"/>
              <a:t> </a:t>
            </a:r>
            <a:r>
              <a:rPr lang="en-US" dirty="0" err="1"/>
              <a:t>facem</a:t>
            </a:r>
            <a:r>
              <a:rPr lang="en-US" dirty="0"/>
              <a:t> </a:t>
            </a:r>
            <a:r>
              <a:rPr lang="en-US" dirty="0" err="1"/>
              <a:t>urmatoarele</a:t>
            </a:r>
            <a:r>
              <a:rPr lang="en-US" dirty="0"/>
              <a:t> </a:t>
            </a:r>
            <a:r>
              <a:rPr lang="en-US" dirty="0" err="1"/>
              <a:t>modificari</a:t>
            </a:r>
            <a:r>
              <a:rPr lang="en-US" dirty="0"/>
              <a:t> :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3F7869-49F4-9F39-5F21-9EBCD3A77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929" y="2338246"/>
            <a:ext cx="5630061" cy="20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0811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497DF-1A3E-1451-4411-EE253B8AE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5F4DC-74A4-B417-CC32-1E28CAEF1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9467" y="624110"/>
            <a:ext cx="9845145" cy="1280890"/>
          </a:xfrm>
        </p:spPr>
        <p:txBody>
          <a:bodyPr/>
          <a:lstStyle/>
          <a:p>
            <a:r>
              <a:rPr lang="en-US" dirty="0" err="1"/>
              <a:t>Aplicatie</a:t>
            </a:r>
            <a:r>
              <a:rPr lang="en-US" dirty="0"/>
              <a:t> Inventory -  Angular App - 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EFDF6-7630-3B84-10DE-DCA32505A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080" y="1689099"/>
            <a:ext cx="9239031" cy="3932767"/>
          </a:xfrm>
        </p:spPr>
        <p:txBody>
          <a:bodyPr/>
          <a:lstStyle/>
          <a:p>
            <a:r>
              <a:rPr lang="en-US" dirty="0"/>
              <a:t>In add-</a:t>
            </a:r>
            <a:r>
              <a:rPr lang="en-US" dirty="0" err="1"/>
              <a:t>item.ts</a:t>
            </a:r>
            <a:r>
              <a:rPr lang="en-US" dirty="0"/>
              <a:t> </a:t>
            </a:r>
            <a:r>
              <a:rPr lang="en-US" dirty="0" err="1"/>
              <a:t>facem</a:t>
            </a:r>
            <a:r>
              <a:rPr lang="en-US" dirty="0"/>
              <a:t> </a:t>
            </a:r>
            <a:r>
              <a:rPr lang="en-US" dirty="0" err="1"/>
              <a:t>urmatoarele</a:t>
            </a:r>
            <a:r>
              <a:rPr lang="en-US" dirty="0"/>
              <a:t> </a:t>
            </a:r>
            <a:r>
              <a:rPr lang="en-US" dirty="0" err="1"/>
              <a:t>modificari</a:t>
            </a:r>
            <a:r>
              <a:rPr lang="en-US" dirty="0"/>
              <a:t> :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0AC828-43C7-A89A-E70E-3D2C821C1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9140" y="2091597"/>
            <a:ext cx="7071973" cy="45952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251865-FD3A-A34E-00FA-B5B6210D6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701" y="2357119"/>
            <a:ext cx="4804826" cy="3562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835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44B13-C6D8-1F7D-5A2B-B806852F2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91D1E-597B-EF9D-9331-415285EE5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9467" y="624110"/>
            <a:ext cx="9845145" cy="1280890"/>
          </a:xfrm>
        </p:spPr>
        <p:txBody>
          <a:bodyPr/>
          <a:lstStyle/>
          <a:p>
            <a:r>
              <a:rPr lang="en-US" dirty="0" err="1"/>
              <a:t>Aplicatie</a:t>
            </a:r>
            <a:r>
              <a:rPr lang="en-US" dirty="0"/>
              <a:t> Inventory -  Angular App - 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182BB-6B87-C6B2-C092-4FE20AA65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080" y="1689099"/>
            <a:ext cx="9239031" cy="3932767"/>
          </a:xfrm>
        </p:spPr>
        <p:txBody>
          <a:bodyPr/>
          <a:lstStyle/>
          <a:p>
            <a:r>
              <a:rPr lang="en-US" dirty="0"/>
              <a:t>In add-</a:t>
            </a:r>
            <a:r>
              <a:rPr lang="en-US" dirty="0" err="1"/>
              <a:t>item.ts</a:t>
            </a:r>
            <a:r>
              <a:rPr lang="en-US" dirty="0"/>
              <a:t> </a:t>
            </a:r>
            <a:r>
              <a:rPr lang="en-US" dirty="0" err="1"/>
              <a:t>facem</a:t>
            </a:r>
            <a:r>
              <a:rPr lang="en-US" dirty="0"/>
              <a:t> </a:t>
            </a:r>
            <a:r>
              <a:rPr lang="en-US" dirty="0" err="1"/>
              <a:t>urmatoarele</a:t>
            </a:r>
            <a:r>
              <a:rPr lang="en-US" dirty="0"/>
              <a:t> </a:t>
            </a:r>
            <a:r>
              <a:rPr lang="en-US" dirty="0" err="1"/>
              <a:t>modificari</a:t>
            </a:r>
            <a:r>
              <a:rPr lang="en-US" dirty="0"/>
              <a:t> :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 </a:t>
            </a:r>
          </a:p>
        </p:txBody>
      </p:sp>
      <p:pic>
        <p:nvPicPr>
          <p:cNvPr id="8" name="Picture 7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4D1B09C7-C342-229D-51A7-4A00C0E65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003" y="2492537"/>
            <a:ext cx="5685993" cy="347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1907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1D40C-A645-4D8B-B456-2707F48D9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1969" y="2788555"/>
            <a:ext cx="8911687" cy="1280890"/>
          </a:xfrm>
        </p:spPr>
        <p:txBody>
          <a:bodyPr/>
          <a:lstStyle/>
          <a:p>
            <a:pPr algn="ctr"/>
            <a:r>
              <a:rPr lang="en-US" dirty="0" err="1"/>
              <a:t>Intrebari</a:t>
            </a:r>
            <a:r>
              <a:rPr lang="en-US" dirty="0"/>
              <a:t>?</a:t>
            </a:r>
            <a:endParaRPr lang="en-US" i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0D6AB0-B92D-469D-A9EE-5A581574F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464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1D40C-A645-4D8B-B456-2707F48D9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7901" y="2589476"/>
            <a:ext cx="8911687" cy="1280890"/>
          </a:xfrm>
        </p:spPr>
        <p:txBody>
          <a:bodyPr/>
          <a:lstStyle/>
          <a:p>
            <a:pPr algn="ctr"/>
            <a:r>
              <a:rPr lang="en-US" dirty="0" err="1"/>
              <a:t>Sfarsit</a:t>
            </a:r>
            <a:r>
              <a:rPr lang="en-US" dirty="0"/>
              <a:t> </a:t>
            </a:r>
            <a:endParaRPr lang="en-US" i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0D6AB0-B92D-469D-A9EE-5A581574F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250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4A9229FFAF0B4FBBCCB8657FB550BD" ma:contentTypeVersion="2" ma:contentTypeDescription="Create a new document." ma:contentTypeScope="" ma:versionID="09592ac1844778355d08ddf694127870">
  <xsd:schema xmlns:xsd="http://www.w3.org/2001/XMLSchema" xmlns:xs="http://www.w3.org/2001/XMLSchema" xmlns:p="http://schemas.microsoft.com/office/2006/metadata/properties" xmlns:ns2="9ac89506-1bbd-47f4-8832-3af5264ebbad" targetNamespace="http://schemas.microsoft.com/office/2006/metadata/properties" ma:root="true" ma:fieldsID="6abbb36fe7a020f179d7ae0bdf95f04f" ns2:_="">
    <xsd:import namespace="9ac89506-1bbd-47f4-8832-3af5264ebba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c89506-1bbd-47f4-8832-3af5264ebb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C0A443D-8D01-418C-8CD0-6081DDA9F87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B1AD268-B907-4775-9868-96A3D7B4E1C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A02156C-69DB-43CA-AA7D-1C8BE118270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ac89506-1bbd-47f4-8832-3af5264ebba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6d2c7112-af95-4e9e-acd6-d2a990e40851}" enabled="0" method="" siteId="{6d2c7112-af95-4e9e-acd6-d2a990e4085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13931</TotalTime>
  <Words>790</Words>
  <Application>Microsoft Office PowerPoint</Application>
  <PresentationFormat>Widescreen</PresentationFormat>
  <Paragraphs>148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Century Gothic</vt:lpstr>
      <vt:lpstr>Wingdings 3</vt:lpstr>
      <vt:lpstr>Wisp</vt:lpstr>
      <vt:lpstr>Construirea unui Web API cu ASP.NET Core și Entity Framework Core</vt:lpstr>
      <vt:lpstr>Ce este un REST API?</vt:lpstr>
      <vt:lpstr>Arhitectura</vt:lpstr>
      <vt:lpstr>Aplicatie Inventory</vt:lpstr>
      <vt:lpstr>Aplicatie Inventory – Swagger(Testare API)</vt:lpstr>
      <vt:lpstr>Aplicatie Inventory - Adaugare EFCore(1)</vt:lpstr>
      <vt:lpstr>Aplicatie Inventory - Adaugare EFCore(2)</vt:lpstr>
      <vt:lpstr>Aplicatie Inventory - Adaugare EFCore(3)</vt:lpstr>
      <vt:lpstr>Aplicatie Inventory - Clasa InventoryItem</vt:lpstr>
      <vt:lpstr>Aplicatie Inventory – Swagger(Testare API)</vt:lpstr>
      <vt:lpstr>Aplicatie Inventory – Clasa InventoryDbContext</vt:lpstr>
      <vt:lpstr>Aplicatie Inventory - Migrations</vt:lpstr>
      <vt:lpstr>CRUD</vt:lpstr>
      <vt:lpstr>Aplicatie Inventory - InventoryItemDataOps</vt:lpstr>
      <vt:lpstr>Aplicatie Inventory -  Controller(1)</vt:lpstr>
      <vt:lpstr>Aplicatie Inventory -  Controller(2)</vt:lpstr>
      <vt:lpstr>Ce este un endpoint?</vt:lpstr>
      <vt:lpstr>Aplicatie Inventory -  CORS</vt:lpstr>
      <vt:lpstr>Aplicatie Inventory -  Swagger</vt:lpstr>
      <vt:lpstr>Status Codes</vt:lpstr>
      <vt:lpstr>Aplicatie Inventory -  Angular App - GET</vt:lpstr>
      <vt:lpstr>Aplicatie Inventory -  Angular App - GET</vt:lpstr>
      <vt:lpstr>Aplicatie Inventory -  Angular App - POST</vt:lpstr>
      <vt:lpstr>Aplicatie Inventory -  Angular App - POST</vt:lpstr>
      <vt:lpstr>Aplicatie Inventory -  Angular App - POST</vt:lpstr>
      <vt:lpstr>Aplicatie Inventory – PUT</vt:lpstr>
      <vt:lpstr>Aplicatie Inventory – PUT - Controller</vt:lpstr>
      <vt:lpstr>Aplicatie Inventory - GetById</vt:lpstr>
      <vt:lpstr>Aplicatie Inventory - GetById</vt:lpstr>
      <vt:lpstr>Aplicatie Inventory -  Angular App - PUT</vt:lpstr>
      <vt:lpstr>Aplicatie Inventory -  Angular App - PUT</vt:lpstr>
      <vt:lpstr>Aplicatie Inventory -  Angular App - PUT</vt:lpstr>
      <vt:lpstr>Aplicatie Inventory -  Angular App - PUT</vt:lpstr>
      <vt:lpstr>Intrebari?</vt:lpstr>
      <vt:lpstr>Sfarsit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.Net Core &amp; Entity Framework Core workshop</dc:title>
  <dc:creator>Marcel Francu</dc:creator>
  <cp:lastModifiedBy>Ramona Labes</cp:lastModifiedBy>
  <cp:revision>39</cp:revision>
  <dcterms:created xsi:type="dcterms:W3CDTF">2019-07-11T19:34:07Z</dcterms:created>
  <dcterms:modified xsi:type="dcterms:W3CDTF">2026-07-10T07:35:32Z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0x010100F74A9229FFAF0B4FBBCCB8657FB550BD</vt:lpwstr>
  </property>
</Properties>
</file>