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  <p:sldId id="265" r:id="rId14"/>
    <p:sldId id="266" r:id="rId15"/>
    <p:sldId id="267" r:id="rId16"/>
    <p:sldId id="268" r:id="rId17"/>
    <p:sldId id="270" r:id="rId18"/>
    <p:sldId id="269" r:id="rId19"/>
    <p:sldId id="271" r:id="rId20"/>
    <p:sldId id="272" r:id="rId21"/>
    <p:sldId id="273" r:id="rId22"/>
    <p:sldId id="274" r:id="rId23"/>
    <p:sldId id="288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06-Jul-26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453D-C782-459D-AD04-19A3B81E3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.Net</a:t>
            </a:r>
            <a:r>
              <a:rPr lang="en-US" dirty="0"/>
              <a:t> &amp; Entity Framework Core workshop</a:t>
            </a:r>
          </a:p>
        </p:txBody>
      </p:sp>
    </p:spTree>
    <p:extLst>
      <p:ext uri="{BB962C8B-B14F-4D97-AF65-F5344CB8AC3E}">
        <p14:creationId xmlns:p14="http://schemas.microsoft.com/office/powerpoint/2010/main" val="35319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D288-5289-438F-A0D1-6069E681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.Net</a:t>
            </a:r>
            <a:r>
              <a:rPr lang="en-US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963C-9E27-40E4-803C-0C90E515B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.NET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platformă</a:t>
            </a:r>
            <a:r>
              <a:rPr lang="en-US" dirty="0"/>
              <a:t> de </a:t>
            </a:r>
            <a:r>
              <a:rPr lang="en-US" dirty="0" err="1"/>
              <a:t>dezvoltare</a:t>
            </a:r>
            <a:r>
              <a:rPr lang="en-US" dirty="0"/>
              <a:t> cu scop general, </a:t>
            </a:r>
            <a:r>
              <a:rPr lang="en-US" dirty="0" err="1"/>
              <a:t>menținută</a:t>
            </a:r>
            <a:r>
              <a:rPr lang="en-US" dirty="0"/>
              <a:t> de Microsoft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comunitatea</a:t>
            </a:r>
            <a:r>
              <a:rPr lang="en-US" dirty="0"/>
              <a:t> .NET pe GitHub. Este cross-platform(care </a:t>
            </a:r>
            <a:r>
              <a:rPr lang="en-US" dirty="0" err="1"/>
              <a:t>suportă</a:t>
            </a:r>
            <a:r>
              <a:rPr lang="en-US" dirty="0"/>
              <a:t> Windows, MacOS </a:t>
            </a:r>
            <a:r>
              <a:rPr lang="en-US" dirty="0" err="1"/>
              <a:t>și</a:t>
            </a:r>
            <a:r>
              <a:rPr lang="en-US" dirty="0"/>
              <a:t> Linux)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utilizată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desktop, cloud </a:t>
            </a:r>
            <a:r>
              <a:rPr lang="en-US" dirty="0" err="1"/>
              <a:t>și</a:t>
            </a:r>
            <a:r>
              <a:rPr lang="en-US" dirty="0"/>
              <a:t> IoT.</a:t>
            </a:r>
          </a:p>
          <a:p>
            <a:r>
              <a:rPr lang="en-US" dirty="0"/>
              <a:t>.NET </a:t>
            </a:r>
            <a:r>
              <a:rPr lang="en-US" dirty="0" err="1"/>
              <a:t>suportă</a:t>
            </a:r>
            <a:r>
              <a:rPr lang="en-US" dirty="0"/>
              <a:t> pe </a:t>
            </a:r>
            <a:r>
              <a:rPr lang="en-US" dirty="0" err="1"/>
              <a:t>deplin</a:t>
            </a:r>
            <a:r>
              <a:rPr lang="en-US" dirty="0"/>
              <a:t> C#, F# </a:t>
            </a:r>
            <a:r>
              <a:rPr lang="en-US" dirty="0" err="1"/>
              <a:t>și</a:t>
            </a:r>
            <a:r>
              <a:rPr lang="en-US" dirty="0"/>
              <a:t> Visual Basic .NET(</a:t>
            </a:r>
            <a:r>
              <a:rPr lang="en-US" dirty="0" err="1"/>
              <a:t>incepand</a:t>
            </a:r>
            <a:r>
              <a:rPr lang="en-US" dirty="0"/>
              <a:t> cu </a:t>
            </a:r>
            <a:r>
              <a:rPr lang="en-US" dirty="0" err="1"/>
              <a:t>.Net</a:t>
            </a:r>
            <a:r>
              <a:rPr lang="en-US" dirty="0"/>
              <a:t> 5).</a:t>
            </a:r>
          </a:p>
          <a:p>
            <a:r>
              <a:rPr lang="en-US" dirty="0" err="1"/>
              <a:t>.Net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succesorul</a:t>
            </a:r>
            <a:r>
              <a:rPr lang="en-US" dirty="0"/>
              <a:t> </a:t>
            </a:r>
            <a:r>
              <a:rPr lang="en-US" dirty="0" err="1"/>
              <a:t>.Net</a:t>
            </a:r>
            <a:r>
              <a:rPr lang="en-US" dirty="0"/>
              <a:t> Framework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.Net</a:t>
            </a:r>
            <a:r>
              <a:rPr lang="en-US" dirty="0"/>
              <a:t> Core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344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B1B8-989B-467D-9303-6084CD45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 - </a:t>
            </a:r>
            <a:r>
              <a:rPr lang="en-US" dirty="0" err="1"/>
              <a:t>Clasa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C324-48B7-4340-A96E-EF0C05C42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oricărui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modern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orientată</a:t>
            </a:r>
            <a:r>
              <a:rPr lang="en-US" dirty="0"/>
              <a:t> pe </a:t>
            </a:r>
            <a:r>
              <a:rPr lang="en-US" dirty="0" err="1"/>
              <a:t>obiecte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C #.</a:t>
            </a:r>
          </a:p>
          <a:p>
            <a:endParaRPr lang="en-US" dirty="0"/>
          </a:p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limbajele</a:t>
            </a:r>
            <a:r>
              <a:rPr lang="en-US" dirty="0"/>
              <a:t> OOP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obligatoriu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creeze</a:t>
            </a:r>
            <a:r>
              <a:rPr lang="en-US" dirty="0"/>
              <a:t> 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model al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care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funcțiilor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efectua</a:t>
            </a:r>
            <a:r>
              <a:rPr lang="en-US" dirty="0"/>
              <a:t> </a:t>
            </a:r>
            <a:r>
              <a:rPr lang="en-US" dirty="0" err="1"/>
              <a:t>operații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clasă</a:t>
            </a:r>
            <a:r>
              <a:rPr lang="en-US" dirty="0"/>
              <a:t> nu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ocupa</a:t>
            </a:r>
            <a:r>
              <a:rPr lang="en-US" dirty="0"/>
              <a:t> </a:t>
            </a:r>
            <a:r>
              <a:rPr lang="en-US" dirty="0" err="1"/>
              <a:t>nici</a:t>
            </a:r>
            <a:r>
              <a:rPr lang="en-US" dirty="0"/>
              <a:t> un </a:t>
            </a:r>
            <a:r>
              <a:rPr lang="en-US" dirty="0" err="1"/>
              <a:t>spațiu</a:t>
            </a:r>
            <a:r>
              <a:rPr lang="en-US" dirty="0"/>
              <a:t> de </a:t>
            </a:r>
            <a:r>
              <a:rPr lang="en-US" dirty="0" err="1"/>
              <a:t>memorie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urmare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o </a:t>
            </a:r>
            <a:r>
              <a:rPr lang="en-US" dirty="0" err="1"/>
              <a:t>reprezentare</a:t>
            </a:r>
            <a:r>
              <a:rPr lang="en-US" dirty="0"/>
              <a:t> </a:t>
            </a:r>
            <a:r>
              <a:rPr lang="en-US" dirty="0" err="1"/>
              <a:t>logică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06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 - </a:t>
            </a:r>
            <a:r>
              <a:rPr lang="en-US" dirty="0" err="1"/>
              <a:t>Obiect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7BA2-569C-424C-B6B2-68D9754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Obiectele</a:t>
            </a:r>
            <a:r>
              <a:rPr lang="en-US" dirty="0"/>
              <a:t> sunt </a:t>
            </a:r>
            <a:r>
              <a:rPr lang="en-US" dirty="0" err="1"/>
              <a:t>entitățile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orientat</a:t>
            </a:r>
            <a:r>
              <a:rPr lang="en-US" dirty="0"/>
              <a:t> pe </a:t>
            </a:r>
            <a:r>
              <a:rPr lang="en-US" dirty="0" err="1"/>
              <a:t>obiecte</a:t>
            </a:r>
            <a:r>
              <a:rPr lang="en-US" dirty="0"/>
              <a:t>. </a:t>
            </a:r>
            <a:r>
              <a:rPr lang="en-US" dirty="0" err="1"/>
              <a:t>Ele</a:t>
            </a:r>
            <a:r>
              <a:rPr lang="en-US" dirty="0"/>
              <a:t> pot </a:t>
            </a:r>
            <a:r>
              <a:rPr lang="en-US" dirty="0" err="1"/>
              <a:t>reprezenta</a:t>
            </a:r>
            <a:r>
              <a:rPr lang="en-US" dirty="0"/>
              <a:t> o </a:t>
            </a:r>
            <a:r>
              <a:rPr lang="en-US" dirty="0" err="1"/>
              <a:t>persoană</a:t>
            </a:r>
            <a:r>
              <a:rPr lang="en-US" dirty="0"/>
              <a:t>, un loc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element pe care </a:t>
            </a: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gestioneze</a:t>
            </a:r>
            <a:r>
              <a:rPr lang="en-US" dirty="0"/>
              <a:t>.</a:t>
            </a:r>
          </a:p>
          <a:p>
            <a:r>
              <a:rPr lang="en-US" dirty="0" err="1"/>
              <a:t>Când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operatorul</a:t>
            </a:r>
            <a:r>
              <a:rPr lang="en-US" dirty="0"/>
              <a:t> </a:t>
            </a:r>
            <a:r>
              <a:rPr lang="en-US" b="1" dirty="0"/>
              <a:t>new</a:t>
            </a:r>
            <a:r>
              <a:rPr lang="en-US" dirty="0"/>
              <a:t>,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alocată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heap, </a:t>
            </a:r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numit</a:t>
            </a:r>
            <a:r>
              <a:rPr lang="en-US" dirty="0"/>
              <a:t> o </a:t>
            </a:r>
            <a:r>
              <a:rPr lang="en-US" dirty="0" err="1"/>
              <a:t>instanță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de </a:t>
            </a:r>
            <a:r>
              <a:rPr lang="en-US" dirty="0" err="1"/>
              <a:t>pornire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stocată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din </a:t>
            </a:r>
            <a:r>
              <a:rPr lang="en-US" dirty="0" err="1"/>
              <a:t>memoria</a:t>
            </a:r>
            <a:r>
              <a:rPr lang="en-US" dirty="0"/>
              <a:t> stack.</a:t>
            </a:r>
          </a:p>
          <a:p>
            <a:r>
              <a:rPr lang="en-US" dirty="0" err="1"/>
              <a:t>Când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operatorul</a:t>
            </a:r>
            <a:r>
              <a:rPr lang="en-US" dirty="0"/>
              <a:t> </a:t>
            </a:r>
            <a:r>
              <a:rPr lang="en-US" b="1" dirty="0"/>
              <a:t>new</a:t>
            </a:r>
            <a:r>
              <a:rPr lang="en-US" dirty="0"/>
              <a:t>, </a:t>
            </a:r>
            <a:r>
              <a:rPr lang="en-US" dirty="0" err="1"/>
              <a:t>memoria</a:t>
            </a:r>
            <a:r>
              <a:rPr lang="en-US" dirty="0"/>
              <a:t> nu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alocată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heap,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, o </a:t>
            </a:r>
            <a:r>
              <a:rPr lang="en-US" dirty="0" err="1"/>
              <a:t>instanță</a:t>
            </a:r>
            <a:r>
              <a:rPr lang="en-US" dirty="0"/>
              <a:t> nu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creată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din </a:t>
            </a:r>
            <a:r>
              <a:rPr lang="en-US" dirty="0" err="1"/>
              <a:t>stivă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nulă</a:t>
            </a:r>
            <a:r>
              <a:rPr lang="en-US" dirty="0"/>
              <a:t>.</a:t>
            </a:r>
          </a:p>
          <a:p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null, </a:t>
            </a:r>
            <a:r>
              <a:rPr lang="en-US" dirty="0" err="1"/>
              <a:t>atunci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accesați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83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1FBE-A0C9-458A-A41C-8836BA81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C0EC-3A89-4504-AC22-B82336D94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VisualStudio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un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 pe care-l </a:t>
            </a:r>
            <a:r>
              <a:rPr lang="en-US" dirty="0" err="1"/>
              <a:t>denumim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D9CEF-B103-4FEA-BF1E-817B86A9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2756455"/>
            <a:ext cx="5231631" cy="34774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9305FA-9DA5-474D-8FC0-778F8364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718" y="2756454"/>
            <a:ext cx="5231631" cy="347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Clasa</a:t>
            </a:r>
            <a:r>
              <a:rPr lang="en-US" dirty="0"/>
              <a:t> 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1403-546B-4557-BF6C-D1F4238D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Creaza</a:t>
            </a:r>
            <a:r>
              <a:rPr lang="en-US" dirty="0"/>
              <a:t> </a:t>
            </a:r>
            <a:r>
              <a:rPr lang="en-US" dirty="0" err="1"/>
              <a:t>folderele</a:t>
            </a:r>
            <a:r>
              <a:rPr lang="en-US" dirty="0"/>
              <a:t> Game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PlayerSpace</a:t>
            </a:r>
            <a:endParaRPr lang="en-US" dirty="0"/>
          </a:p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Player in </a:t>
            </a:r>
            <a:r>
              <a:rPr lang="en-US" dirty="0" err="1"/>
              <a:t>folderul</a:t>
            </a:r>
            <a:r>
              <a:rPr lang="en-US" dirty="0"/>
              <a:t> </a:t>
            </a:r>
            <a:r>
              <a:rPr lang="en-US" dirty="0" err="1"/>
              <a:t>PlayerSpace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B3B51-BE5D-4E08-8AB0-C33556A360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8587" y="2932991"/>
            <a:ext cx="5705941" cy="371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 -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7BA2-569C-424C-B6B2-68D9754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Ori de </a:t>
            </a:r>
            <a:r>
              <a:rPr lang="en-US" dirty="0" err="1"/>
              <a:t>câte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se </a:t>
            </a:r>
            <a:r>
              <a:rPr lang="en-US" dirty="0" err="1"/>
              <a:t>creează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, se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constructorul</a:t>
            </a:r>
            <a:r>
              <a:rPr lang="en-US" dirty="0"/>
              <a:t> din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structul</a:t>
            </a:r>
            <a:r>
              <a:rPr lang="en-US" dirty="0"/>
              <a:t> </a:t>
            </a:r>
            <a:r>
              <a:rPr lang="en-US" dirty="0" err="1"/>
              <a:t>corespunzator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struct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mulți</a:t>
            </a:r>
            <a:r>
              <a:rPr lang="en-US" dirty="0"/>
              <a:t> </a:t>
            </a:r>
            <a:r>
              <a:rPr lang="en-US" dirty="0" err="1"/>
              <a:t>constructori</a:t>
            </a:r>
            <a:r>
              <a:rPr lang="en-US" dirty="0"/>
              <a:t> care </a:t>
            </a:r>
            <a:r>
              <a:rPr lang="en-US" dirty="0" err="1"/>
              <a:t>iau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argumente</a:t>
            </a:r>
            <a:r>
              <a:rPr lang="en-US" dirty="0"/>
              <a:t>.</a:t>
            </a:r>
          </a:p>
          <a:p>
            <a:r>
              <a:rPr lang="en-US" dirty="0" err="1"/>
              <a:t>Constructorii</a:t>
            </a:r>
            <a:r>
              <a:rPr lang="en-US" dirty="0"/>
              <a:t> permit </a:t>
            </a:r>
            <a:r>
              <a:rPr lang="en-US" dirty="0" err="1"/>
              <a:t>programatorului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stabilească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implicite</a:t>
            </a:r>
            <a:r>
              <a:rPr lang="en-US" dirty="0"/>
              <a:t>,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limiteze</a:t>
            </a:r>
            <a:r>
              <a:rPr lang="en-US" dirty="0"/>
              <a:t> </a:t>
            </a:r>
            <a:r>
              <a:rPr lang="en-US" dirty="0" err="1"/>
              <a:t>instanțierea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cod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flexibil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citit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10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Clasa</a:t>
            </a:r>
            <a:r>
              <a:rPr lang="en-US" dirty="0"/>
              <a:t> Player( Cod)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9D9C1-897F-4282-A400-81DE850F69D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8162" y="2188882"/>
            <a:ext cx="349567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 - </a:t>
            </a:r>
            <a:r>
              <a:rPr lang="en-US" dirty="0" err="1"/>
              <a:t>Interfata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7BA2-569C-424C-B6B2-68D9754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 #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definiție</a:t>
            </a:r>
            <a:r>
              <a:rPr lang="en-US" dirty="0"/>
              <a:t> de tip </a:t>
            </a:r>
            <a:r>
              <a:rPr lang="en-US" dirty="0" err="1"/>
              <a:t>similară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, cu </a:t>
            </a:r>
            <a:r>
              <a:rPr lang="en-US" dirty="0" err="1"/>
              <a:t>excepția</a:t>
            </a:r>
            <a:r>
              <a:rPr lang="en-US" dirty="0"/>
              <a:t> </a:t>
            </a:r>
            <a:r>
              <a:rPr lang="en-US" dirty="0" err="1"/>
              <a:t>faptului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un contract </a:t>
            </a:r>
            <a:r>
              <a:rPr lang="en-US" dirty="0" err="1"/>
              <a:t>între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.</a:t>
            </a:r>
          </a:p>
          <a:p>
            <a:r>
              <a:rPr lang="en-US" dirty="0"/>
              <a:t>Nu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instanțiată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direct ca </a:t>
            </a:r>
            <a:r>
              <a:rPr lang="en-US" dirty="0" err="1"/>
              <a:t>obiect</a:t>
            </a:r>
            <a:r>
              <a:rPr lang="en-US" dirty="0"/>
              <a:t>, </a:t>
            </a:r>
            <a:r>
              <a:rPr lang="en-US" dirty="0" err="1"/>
              <a:t>nici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de date nu pot fi </a:t>
            </a:r>
            <a:r>
              <a:rPr lang="en-US" dirty="0" err="1"/>
              <a:t>definiți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interfață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altceva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o </a:t>
            </a:r>
            <a:r>
              <a:rPr lang="en-US" dirty="0" err="1"/>
              <a:t>colecție</a:t>
            </a:r>
            <a:r>
              <a:rPr lang="en-US" dirty="0"/>
              <a:t> de </a:t>
            </a:r>
            <a:r>
              <a:rPr lang="en-US" dirty="0" err="1"/>
              <a:t>declarații</a:t>
            </a:r>
            <a:r>
              <a:rPr lang="en-US" dirty="0"/>
              <a:t> de </a:t>
            </a:r>
            <a:r>
              <a:rPr lang="en-US" dirty="0" err="1"/>
              <a:t>metodă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proprietati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89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IGame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</a:t>
            </a:r>
            <a:r>
              <a:rPr lang="en-US" dirty="0"/>
              <a:t> in </a:t>
            </a:r>
            <a:r>
              <a:rPr lang="en-US" dirty="0" err="1"/>
              <a:t>folderul</a:t>
            </a:r>
            <a:r>
              <a:rPr lang="en-US" dirty="0"/>
              <a:t> Games o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IGame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88283-4133-4A2D-93CF-03F1F4BB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805679"/>
            <a:ext cx="4433757" cy="252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5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Clasa</a:t>
            </a:r>
            <a:r>
              <a:rPr lang="en-US" dirty="0"/>
              <a:t> Dice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Creaza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Dice in </a:t>
            </a:r>
            <a:r>
              <a:rPr lang="en-US" dirty="0" err="1"/>
              <a:t>folderul</a:t>
            </a:r>
            <a:r>
              <a:rPr lang="en-US" dirty="0"/>
              <a:t> Game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20087-4EE1-4074-BAD7-BB821561A0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06784" y="2701297"/>
            <a:ext cx="33528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1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OOP/ C# - </a:t>
            </a:r>
            <a:r>
              <a:rPr lang="en-US" dirty="0" err="1"/>
              <a:t>Colectii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7BA2-569C-424C-B6B2-68D9754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</a:t>
            </a:r>
          </a:p>
          <a:p>
            <a:r>
              <a:rPr lang="en-US" dirty="0"/>
              <a:t>List</a:t>
            </a:r>
          </a:p>
          <a:p>
            <a:r>
              <a:rPr lang="en-US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382250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MyDiceGame</a:t>
            </a:r>
            <a:r>
              <a:rPr lang="en-US" dirty="0"/>
              <a:t>(1)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Creaza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MyDiceGame</a:t>
            </a:r>
            <a:r>
              <a:rPr lang="en-US" dirty="0"/>
              <a:t> in </a:t>
            </a:r>
            <a:r>
              <a:rPr lang="en-US" dirty="0" err="1"/>
              <a:t>folderul</a:t>
            </a:r>
            <a:r>
              <a:rPr lang="en-US" dirty="0"/>
              <a:t> Game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F080F-4D36-45D7-AC06-E95F2165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570" y="1501147"/>
            <a:ext cx="38862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Concepte</a:t>
            </a:r>
            <a:r>
              <a:rPr lang="en-US" dirty="0"/>
              <a:t> OOP/ C# - LINQ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7BA2-569C-424C-B6B2-68D9754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Language-Integrated Query(LINQ)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set de </a:t>
            </a:r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capabilităților</a:t>
            </a:r>
            <a:r>
              <a:rPr lang="en-US" dirty="0"/>
              <a:t> de </a:t>
            </a:r>
            <a:r>
              <a:rPr lang="en-US" dirty="0" err="1"/>
              <a:t>interogare</a:t>
            </a:r>
            <a:r>
              <a:rPr lang="en-US" dirty="0"/>
              <a:t> direct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C #.</a:t>
            </a:r>
          </a:p>
          <a:p>
            <a:r>
              <a:rPr lang="en-US" dirty="0" err="1"/>
              <a:t>În</a:t>
            </a:r>
            <a:r>
              <a:rPr lang="en-US" dirty="0"/>
              <a:t> mod </a:t>
            </a:r>
            <a:r>
              <a:rPr lang="en-US" dirty="0" err="1"/>
              <a:t>tradițional</a:t>
            </a:r>
            <a:r>
              <a:rPr lang="en-US" dirty="0"/>
              <a:t>, </a:t>
            </a:r>
            <a:r>
              <a:rPr lang="en-US" dirty="0" err="1"/>
              <a:t>interogările</a:t>
            </a:r>
            <a:r>
              <a:rPr lang="en-US" dirty="0"/>
              <a:t> </a:t>
            </a:r>
            <a:r>
              <a:rPr lang="en-US" dirty="0" err="1"/>
              <a:t>împotriva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sunt </a:t>
            </a:r>
            <a:r>
              <a:rPr lang="en-US" dirty="0" err="1"/>
              <a:t>exprimate</a:t>
            </a:r>
            <a:r>
              <a:rPr lang="en-US" dirty="0"/>
              <a:t> ca </a:t>
            </a:r>
            <a:r>
              <a:rPr lang="en-US" dirty="0" err="1"/>
              <a:t>șiruri</a:t>
            </a:r>
            <a:r>
              <a:rPr lang="en-US" dirty="0"/>
              <a:t> simple,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tipului</a:t>
            </a:r>
            <a:r>
              <a:rPr lang="en-US" dirty="0"/>
              <a:t> la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compilare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suportul</a:t>
            </a:r>
            <a:r>
              <a:rPr lang="en-US" dirty="0"/>
              <a:t> IntelliSense. Mai </a:t>
            </a:r>
            <a:r>
              <a:rPr lang="en-US" dirty="0" err="1"/>
              <a:t>mult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înveți</a:t>
            </a:r>
            <a:r>
              <a:rPr lang="en-US" dirty="0"/>
              <a:t> un alt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interogare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tip de </a:t>
            </a:r>
            <a:r>
              <a:rPr lang="en-US" dirty="0" err="1"/>
              <a:t>sursă</a:t>
            </a:r>
            <a:r>
              <a:rPr lang="en-US" dirty="0"/>
              <a:t> de date: </a:t>
            </a:r>
            <a:r>
              <a:rPr lang="en-US" dirty="0" err="1"/>
              <a:t>baze</a:t>
            </a:r>
            <a:r>
              <a:rPr lang="en-US" dirty="0"/>
              <a:t> de date SQL, </a:t>
            </a:r>
            <a:r>
              <a:rPr lang="en-US" dirty="0" err="1"/>
              <a:t>documente</a:t>
            </a:r>
            <a:r>
              <a:rPr lang="en-US" dirty="0"/>
              <a:t> XML, diverse </a:t>
            </a:r>
            <a:r>
              <a:rPr lang="en-US" dirty="0" err="1"/>
              <a:t>servicii</a:t>
            </a:r>
            <a:r>
              <a:rPr lang="en-US" dirty="0"/>
              <a:t> Web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așa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departe</a:t>
            </a:r>
            <a:r>
              <a:rPr lang="en-US" dirty="0"/>
              <a:t>.</a:t>
            </a:r>
          </a:p>
          <a:p>
            <a:r>
              <a:rPr lang="en-US" dirty="0"/>
              <a:t>  Cu LINQ, o </a:t>
            </a:r>
            <a:r>
              <a:rPr lang="en-US" dirty="0" err="1"/>
              <a:t>interogare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first-class language construct, la </a:t>
            </a:r>
            <a:r>
              <a:rPr lang="en-US" dirty="0" err="1"/>
              <a:t>fel</a:t>
            </a:r>
            <a:r>
              <a:rPr lang="en-US" dirty="0"/>
              <a:t> ca </a:t>
            </a:r>
            <a:r>
              <a:rPr lang="en-US" dirty="0" err="1"/>
              <a:t>clasele</a:t>
            </a:r>
            <a:r>
              <a:rPr lang="en-US" dirty="0"/>
              <a:t>, </a:t>
            </a:r>
            <a:r>
              <a:rPr lang="en-US" dirty="0" err="1"/>
              <a:t>metodele</a:t>
            </a:r>
            <a:r>
              <a:rPr lang="en-US" dirty="0"/>
              <a:t>, </a:t>
            </a:r>
            <a:r>
              <a:rPr lang="en-US" dirty="0" err="1"/>
              <a:t>evenimentele</a:t>
            </a:r>
            <a:r>
              <a:rPr lang="en-US" dirty="0"/>
              <a:t>. </a:t>
            </a:r>
            <a:r>
              <a:rPr lang="en-US" dirty="0" err="1"/>
              <a:t>Puteți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</a:t>
            </a:r>
            <a:r>
              <a:rPr lang="en-US" dirty="0" err="1"/>
              <a:t>interogări</a:t>
            </a:r>
            <a:r>
              <a:rPr lang="en-US" dirty="0"/>
              <a:t> </a:t>
            </a:r>
            <a:r>
              <a:rPr lang="en-US" dirty="0" err="1"/>
              <a:t>împotriva</a:t>
            </a:r>
            <a:r>
              <a:rPr lang="en-US" dirty="0"/>
              <a:t> </a:t>
            </a:r>
            <a:r>
              <a:rPr lang="en-US" dirty="0" err="1"/>
              <a:t>colecțiilor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</a:t>
            </a:r>
            <a:r>
              <a:rPr lang="en-US" dirty="0" err="1"/>
              <a:t>tipizate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cheie</a:t>
            </a:r>
            <a:r>
              <a:rPr lang="en-US" dirty="0"/>
              <a:t> de </a:t>
            </a:r>
            <a:r>
              <a:rPr lang="en-US" dirty="0" err="1"/>
              <a:t>limbaj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operatori</a:t>
            </a:r>
            <a:r>
              <a:rPr lang="en-US" dirty="0"/>
              <a:t> </a:t>
            </a:r>
            <a:r>
              <a:rPr lang="en-US" dirty="0" err="1"/>
              <a:t>familiari</a:t>
            </a:r>
            <a:r>
              <a:rPr lang="en-US" dirty="0"/>
              <a:t>.</a:t>
            </a:r>
          </a:p>
          <a:p>
            <a:r>
              <a:rPr lang="en-US" dirty="0"/>
              <a:t>Familia de </a:t>
            </a:r>
            <a:r>
              <a:rPr lang="en-US" dirty="0" err="1"/>
              <a:t>tehnologii</a:t>
            </a:r>
            <a:r>
              <a:rPr lang="en-US" dirty="0"/>
              <a:t> LINQ </a:t>
            </a:r>
            <a:r>
              <a:rPr lang="en-US" dirty="0" err="1"/>
              <a:t>oferă</a:t>
            </a:r>
            <a:r>
              <a:rPr lang="en-US" dirty="0"/>
              <a:t> o </a:t>
            </a:r>
            <a:r>
              <a:rPr lang="en-US" dirty="0" err="1"/>
              <a:t>experiență</a:t>
            </a:r>
            <a:r>
              <a:rPr lang="en-US" dirty="0"/>
              <a:t> </a:t>
            </a:r>
            <a:r>
              <a:rPr lang="en-US" dirty="0" err="1"/>
              <a:t>consistentă</a:t>
            </a:r>
            <a:r>
              <a:rPr lang="en-US" dirty="0"/>
              <a:t> de </a:t>
            </a:r>
            <a:r>
              <a:rPr lang="en-US" dirty="0" err="1"/>
              <a:t>interogare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(LINQ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), </a:t>
            </a:r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relaționale</a:t>
            </a:r>
            <a:r>
              <a:rPr lang="en-US" dirty="0"/>
              <a:t> (LINQ to SQL) </a:t>
            </a:r>
            <a:r>
              <a:rPr lang="en-US" dirty="0" err="1"/>
              <a:t>și</a:t>
            </a:r>
            <a:r>
              <a:rPr lang="en-US" dirty="0"/>
              <a:t> XML (LINQ to XML).</a:t>
            </a:r>
          </a:p>
        </p:txBody>
      </p:sp>
    </p:spTree>
    <p:extLst>
      <p:ext uri="{BB962C8B-B14F-4D97-AF65-F5344CB8AC3E}">
        <p14:creationId xmlns:p14="http://schemas.microsoft.com/office/powerpoint/2010/main" val="345169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MyDiceGame</a:t>
            </a:r>
            <a:r>
              <a:rPr lang="en-US" dirty="0"/>
              <a:t>(2)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PlayGame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43CF1-D709-4C64-A735-3D3A4638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914" y="2525918"/>
            <a:ext cx="56388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7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Program.cs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Modificam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Program.cs</a:t>
            </a:r>
            <a:r>
              <a:rPr lang="en-US" dirty="0"/>
              <a:t> ca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jocul</a:t>
            </a:r>
            <a:r>
              <a:rPr lang="en-US" dirty="0"/>
              <a:t>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A2DFC-9DAF-4764-89F2-2143CB0D5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90" y="2834187"/>
            <a:ext cx="6077798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1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1A80-5490-4C0D-B3AA-74CF6D4B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EntityFramework</a:t>
            </a:r>
            <a:r>
              <a:rPr lang="en-US" dirty="0"/>
              <a:t> Core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DDBC-06BE-4578-905A-8CBD094C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Framework (EF) Core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versiune</a:t>
            </a:r>
            <a:r>
              <a:rPr lang="en-US" dirty="0"/>
              <a:t> light, </a:t>
            </a:r>
            <a:r>
              <a:rPr lang="en-US" dirty="0" err="1"/>
              <a:t>extensibilă</a:t>
            </a:r>
            <a:r>
              <a:rPr lang="en-US" dirty="0"/>
              <a:t>, open source </a:t>
            </a:r>
            <a:r>
              <a:rPr lang="en-US" dirty="0" err="1"/>
              <a:t>și</a:t>
            </a:r>
            <a:r>
              <a:rPr lang="en-US" dirty="0"/>
              <a:t> cross-platform a </a:t>
            </a:r>
            <a:r>
              <a:rPr lang="en-US" dirty="0" err="1"/>
              <a:t>tehnologiei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 Entity Framework.</a:t>
            </a:r>
          </a:p>
          <a:p>
            <a:endParaRPr lang="en-US" dirty="0"/>
          </a:p>
          <a:p>
            <a:r>
              <a:rPr lang="en-US" dirty="0"/>
              <a:t>EF Core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servi</a:t>
            </a:r>
            <a:r>
              <a:rPr lang="en-US" dirty="0"/>
              <a:t> ca un mapper </a:t>
            </a:r>
            <a:r>
              <a:rPr lang="en-US" dirty="0" err="1"/>
              <a:t>obiect-relațional</a:t>
            </a:r>
            <a:r>
              <a:rPr lang="en-US" dirty="0"/>
              <a:t> (O / RM), </a:t>
            </a:r>
            <a:r>
              <a:rPr lang="en-US" dirty="0" err="1"/>
              <a:t>permițând</a:t>
            </a:r>
            <a:r>
              <a:rPr lang="en-US" dirty="0"/>
              <a:t> </a:t>
            </a:r>
            <a:r>
              <a:rPr lang="en-US" dirty="0" err="1"/>
              <a:t>dezvoltatorilor</a:t>
            </a:r>
            <a:r>
              <a:rPr lang="en-US" dirty="0"/>
              <a:t> .NET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lucreze</a:t>
            </a:r>
            <a:r>
              <a:rPr lang="en-US" dirty="0"/>
              <a:t> cu o </a:t>
            </a:r>
            <a:r>
              <a:rPr lang="en-US" dirty="0" err="1"/>
              <a:t>bază</a:t>
            </a:r>
            <a:r>
              <a:rPr lang="en-US" dirty="0"/>
              <a:t> de date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.NET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eliminând</a:t>
            </a:r>
            <a:r>
              <a:rPr lang="en-US" dirty="0"/>
              <a:t> </a:t>
            </a:r>
            <a:r>
              <a:rPr lang="en-US" dirty="0" err="1"/>
              <a:t>necesitatea</a:t>
            </a:r>
            <a:r>
              <a:rPr lang="en-US" dirty="0"/>
              <a:t> </a:t>
            </a:r>
            <a:r>
              <a:rPr lang="en-US" dirty="0" err="1"/>
              <a:t>majorității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date pe care </a:t>
            </a:r>
            <a:r>
              <a:rPr lang="en-US" dirty="0" err="1"/>
              <a:t>trebuie</a:t>
            </a: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scrie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EF Core </a:t>
            </a:r>
            <a:r>
              <a:rPr lang="en-US" dirty="0" err="1"/>
              <a:t>suportă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engine-</a:t>
            </a:r>
            <a:r>
              <a:rPr lang="en-US" dirty="0" err="1"/>
              <a:t>uri</a:t>
            </a:r>
            <a:r>
              <a:rPr lang="en-US" dirty="0"/>
              <a:t> de </a:t>
            </a:r>
            <a:r>
              <a:rPr lang="en-US" dirty="0" err="1"/>
              <a:t>baze</a:t>
            </a:r>
            <a:r>
              <a:rPr lang="en-US" dirty="0"/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56995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(1)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EntityFrameworkCore.SqlServer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40701-7181-FFA8-40AC-ED3DCAAA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636" y="2583216"/>
            <a:ext cx="5441549" cy="400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(2)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EntityFrameworkCore.Tools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9841A-5BAA-9209-197B-72E714A2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27" y="2729227"/>
            <a:ext cx="4728610" cy="25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73C6-C94C-4A09-AE55-8B11EF58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C3AD-580E-0054-712C-8DDC20DD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(3)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5AE82-FE9D-FA3B-16AE-0B7C24C96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EntityFrameworkCore.Design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87B89-C87A-A43C-9EE2-1851871E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673" y="2550789"/>
            <a:ext cx="6030367" cy="336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8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1A80-5490-4C0D-B3AA-74CF6D4B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EntityFramework</a:t>
            </a:r>
            <a:r>
              <a:rPr lang="en-US" dirty="0"/>
              <a:t> Core -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DDBC-06BE-4578-905A-8CBD094C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DbContext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integrantă</a:t>
            </a:r>
            <a:r>
              <a:rPr lang="en-US" dirty="0"/>
              <a:t> a Entity Framework. O </a:t>
            </a:r>
            <a:r>
              <a:rPr lang="en-US" dirty="0" err="1"/>
              <a:t>instanță</a:t>
            </a:r>
            <a:r>
              <a:rPr lang="en-US" dirty="0"/>
              <a:t> a </a:t>
            </a:r>
            <a:r>
              <a:rPr lang="en-US" dirty="0" err="1"/>
              <a:t>DbContext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sesiune</a:t>
            </a:r>
            <a:r>
              <a:rPr lang="en-US" dirty="0"/>
              <a:t> cu </a:t>
            </a:r>
            <a:r>
              <a:rPr lang="en-US" dirty="0" err="1"/>
              <a:t>baza</a:t>
            </a:r>
            <a:r>
              <a:rPr lang="en-US" dirty="0"/>
              <a:t> de date care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utilizată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interogarea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instanțelor</a:t>
            </a:r>
            <a:r>
              <a:rPr lang="en-US" dirty="0"/>
              <a:t> </a:t>
            </a:r>
            <a:r>
              <a:rPr lang="en-US" dirty="0" err="1"/>
              <a:t>entităților</a:t>
            </a:r>
            <a:r>
              <a:rPr lang="en-US" dirty="0"/>
              <a:t> </a:t>
            </a:r>
            <a:r>
              <a:rPr lang="en-US" dirty="0" err="1"/>
              <a:t>dvs</a:t>
            </a:r>
            <a:r>
              <a:rPr lang="en-US" dirty="0"/>
              <a:t>.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bază</a:t>
            </a:r>
            <a:r>
              <a:rPr lang="en-US" dirty="0"/>
              <a:t> de date. </a:t>
            </a:r>
          </a:p>
          <a:p>
            <a:endParaRPr lang="en-US" dirty="0"/>
          </a:p>
          <a:p>
            <a:r>
              <a:rPr lang="en-US" dirty="0" err="1"/>
              <a:t>DbContext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EF Core ne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efectuăm</a:t>
            </a:r>
            <a:r>
              <a:rPr lang="en-US" dirty="0"/>
              <a:t>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activități</a:t>
            </a:r>
            <a:r>
              <a:rPr lang="en-US" dirty="0"/>
              <a:t>: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Gestionați</a:t>
            </a:r>
            <a:r>
              <a:rPr lang="en-US" dirty="0"/>
              <a:t> </a:t>
            </a:r>
            <a:r>
              <a:rPr lang="en-US" dirty="0" err="1"/>
              <a:t>conexiunea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Configurați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relația</a:t>
            </a:r>
            <a:endParaRPr lang="en-US" dirty="0"/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Interogarea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Configurați</a:t>
            </a:r>
            <a:r>
              <a:rPr lang="en-US" dirty="0"/>
              <a:t> </a:t>
            </a:r>
            <a:r>
              <a:rPr lang="en-US" dirty="0" err="1"/>
              <a:t>urmărirea</a:t>
            </a:r>
            <a:r>
              <a:rPr lang="en-US" dirty="0"/>
              <a:t> </a:t>
            </a:r>
            <a:r>
              <a:rPr lang="en-US" dirty="0" err="1"/>
              <a:t>modificărilor</a:t>
            </a:r>
            <a:endParaRPr lang="en-US" dirty="0"/>
          </a:p>
          <a:p>
            <a:pPr lvl="1" indent="-342900">
              <a:buFont typeface="+mj-lt"/>
              <a:buAutoNum type="arabicPeriod"/>
            </a:pPr>
            <a:r>
              <a:rPr lang="en-US" dirty="0"/>
              <a:t>Caching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tranzacțiilor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DBContext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</a:t>
            </a:r>
            <a:r>
              <a:rPr lang="en-US" dirty="0"/>
              <a:t> folder </a:t>
            </a:r>
            <a:r>
              <a:rPr lang="en-US" dirty="0" err="1"/>
              <a:t>DiceDBContext</a:t>
            </a:r>
            <a:endParaRPr lang="en-US" dirty="0"/>
          </a:p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DiceDBContextClass</a:t>
            </a:r>
            <a:r>
              <a:rPr lang="en-US" dirty="0"/>
              <a:t> class in </a:t>
            </a:r>
            <a:r>
              <a:rPr lang="en-US" dirty="0" err="1"/>
              <a:t>folderul</a:t>
            </a:r>
            <a:r>
              <a:rPr lang="en-US" dirty="0"/>
              <a:t>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dirty="0" err="1"/>
              <a:t>creat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8B6AD-5AAC-4D5C-BA74-95E418B3E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370" y="3120007"/>
            <a:ext cx="9412013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2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1A80-5490-4C0D-B3AA-74CF6D4B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EntityFramework</a:t>
            </a:r>
            <a:r>
              <a:rPr lang="en-US" dirty="0"/>
              <a:t> Core -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DDBC-06BE-4578-905A-8CBD094C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Funcția</a:t>
            </a:r>
            <a:r>
              <a:rPr lang="en-US" dirty="0"/>
              <a:t> de </a:t>
            </a:r>
            <a:r>
              <a:rPr lang="en-US" dirty="0" err="1"/>
              <a:t>migrare</a:t>
            </a:r>
            <a:r>
              <a:rPr lang="en-US" dirty="0"/>
              <a:t> din EF Core </a:t>
            </a:r>
            <a:r>
              <a:rPr lang="en-US" dirty="0" err="1"/>
              <a:t>oferă</a:t>
            </a:r>
            <a:r>
              <a:rPr lang="en-US" dirty="0"/>
              <a:t> o </a:t>
            </a:r>
            <a:r>
              <a:rPr lang="en-US" dirty="0" err="1"/>
              <a:t>modalitate</a:t>
            </a:r>
            <a:r>
              <a:rPr lang="en-US" dirty="0"/>
              <a:t> de a </a:t>
            </a:r>
            <a:r>
              <a:rPr lang="en-US" dirty="0" err="1"/>
              <a:t>actualiza</a:t>
            </a:r>
            <a:r>
              <a:rPr lang="en-US" dirty="0"/>
              <a:t> </a:t>
            </a:r>
            <a:r>
              <a:rPr lang="en-US" dirty="0" err="1"/>
              <a:t>treptat</a:t>
            </a:r>
            <a:r>
              <a:rPr lang="en-US" dirty="0"/>
              <a:t> schema </a:t>
            </a:r>
            <a:r>
              <a:rPr lang="en-US" dirty="0" err="1"/>
              <a:t>bazei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păstra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sincronizare</a:t>
            </a:r>
            <a:r>
              <a:rPr lang="en-US" dirty="0"/>
              <a:t> cu </a:t>
            </a:r>
            <a:r>
              <a:rPr lang="en-US" dirty="0" err="1"/>
              <a:t>modelul</a:t>
            </a:r>
            <a:r>
              <a:rPr lang="en-US" dirty="0"/>
              <a:t> de date al </a:t>
            </a:r>
            <a:r>
              <a:rPr lang="en-US" dirty="0" err="1"/>
              <a:t>aplicației</a:t>
            </a:r>
            <a:r>
              <a:rPr lang="en-US" dirty="0"/>
              <a:t>, </a:t>
            </a:r>
            <a:r>
              <a:rPr lang="en-US" dirty="0" err="1"/>
              <a:t>păstrând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același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date.</a:t>
            </a:r>
          </a:p>
          <a:p>
            <a:endParaRPr lang="en-US" dirty="0"/>
          </a:p>
          <a:p>
            <a:r>
              <a:rPr lang="en-US" dirty="0" err="1"/>
              <a:t>Migrările</a:t>
            </a:r>
            <a:r>
              <a:rPr lang="en-US" dirty="0"/>
              <a:t> </a:t>
            </a:r>
            <a:r>
              <a:rPr lang="en-US" dirty="0" err="1"/>
              <a:t>includ</a:t>
            </a:r>
            <a:r>
              <a:rPr lang="en-US" dirty="0"/>
              <a:t> </a:t>
            </a:r>
            <a:r>
              <a:rPr lang="en-US" dirty="0" err="1"/>
              <a:t>instrumente</a:t>
            </a:r>
            <a:r>
              <a:rPr lang="en-US" dirty="0"/>
              <a:t> de </a:t>
            </a:r>
            <a:r>
              <a:rPr lang="en-US" dirty="0" err="1"/>
              <a:t>linie</a:t>
            </a:r>
            <a:r>
              <a:rPr lang="en-US" dirty="0"/>
              <a:t> de </a:t>
            </a:r>
            <a:r>
              <a:rPr lang="en-US" dirty="0" err="1"/>
              <a:t>comandă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care </a:t>
            </a:r>
            <a:r>
              <a:rPr lang="en-US" dirty="0" err="1"/>
              <a:t>ajută</a:t>
            </a:r>
            <a:r>
              <a:rPr lang="en-US" dirty="0"/>
              <a:t> la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: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migrare</a:t>
            </a:r>
            <a:r>
              <a:rPr lang="en-US" dirty="0"/>
              <a:t>. </a:t>
            </a:r>
            <a:r>
              <a:rPr lang="en-US" dirty="0" err="1"/>
              <a:t>Generați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actualiza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sincroniza</a:t>
            </a:r>
            <a:r>
              <a:rPr lang="en-US" dirty="0"/>
              <a:t> cu un set de </a:t>
            </a:r>
            <a:r>
              <a:rPr lang="en-US" dirty="0" err="1"/>
              <a:t>modificări</a:t>
            </a:r>
            <a:r>
              <a:rPr lang="en-US" dirty="0"/>
              <a:t> de model.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Actualizați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date. </a:t>
            </a:r>
            <a:r>
              <a:rPr lang="en-US" dirty="0" err="1"/>
              <a:t>Aplicați</a:t>
            </a:r>
            <a:r>
              <a:rPr lang="en-US" dirty="0"/>
              <a:t> </a:t>
            </a:r>
            <a:r>
              <a:rPr lang="en-US" dirty="0" err="1"/>
              <a:t>migrările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așteptare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actualiza</a:t>
            </a:r>
            <a:r>
              <a:rPr lang="en-US" dirty="0"/>
              <a:t> schema </a:t>
            </a:r>
            <a:r>
              <a:rPr lang="en-US" dirty="0" err="1"/>
              <a:t>bazei</a:t>
            </a:r>
            <a:r>
              <a:rPr lang="en-US" dirty="0"/>
              <a:t> de date.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Personalizați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de </a:t>
            </a:r>
            <a:r>
              <a:rPr lang="en-US" dirty="0" err="1"/>
              <a:t>migrare</a:t>
            </a:r>
            <a:r>
              <a:rPr lang="en-US" dirty="0"/>
              <a:t>. </a:t>
            </a:r>
            <a:r>
              <a:rPr lang="en-US" dirty="0" err="1"/>
              <a:t>Uneori</a:t>
            </a:r>
            <a:r>
              <a:rPr lang="en-US" dirty="0"/>
              <a:t>, </a:t>
            </a:r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generat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modificat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completat</a:t>
            </a:r>
            <a:r>
              <a:rPr lang="en-US" dirty="0"/>
              <a:t>.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Eliminați</a:t>
            </a:r>
            <a:r>
              <a:rPr lang="en-US" dirty="0"/>
              <a:t> o </a:t>
            </a:r>
            <a:r>
              <a:rPr lang="en-US" dirty="0" err="1"/>
              <a:t>migrare</a:t>
            </a:r>
            <a:r>
              <a:rPr lang="en-US" dirty="0"/>
              <a:t>. </a:t>
            </a:r>
            <a:r>
              <a:rPr lang="en-US" dirty="0" err="1"/>
              <a:t>Ștergeți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generat</a:t>
            </a:r>
            <a:r>
              <a:rPr lang="en-US" dirty="0"/>
              <a:t>.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Reveniți</a:t>
            </a:r>
            <a:r>
              <a:rPr lang="en-US" dirty="0"/>
              <a:t> la o </a:t>
            </a:r>
            <a:r>
              <a:rPr lang="en-US" dirty="0" err="1"/>
              <a:t>migrare</a:t>
            </a:r>
            <a:r>
              <a:rPr lang="en-US" dirty="0"/>
              <a:t>. </a:t>
            </a:r>
            <a:r>
              <a:rPr lang="en-US" dirty="0" err="1"/>
              <a:t>Anulați</a:t>
            </a:r>
            <a:r>
              <a:rPr lang="en-US" dirty="0"/>
              <a:t> </a:t>
            </a:r>
            <a:r>
              <a:rPr lang="en-US" dirty="0" err="1"/>
              <a:t>modificările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date.</a:t>
            </a:r>
          </a:p>
          <a:p>
            <a:pPr lvl="1" indent="-342900">
              <a:buFont typeface="+mj-lt"/>
              <a:buAutoNum type="arabicPeriod"/>
            </a:pPr>
            <a:r>
              <a:rPr lang="en-US" dirty="0" err="1"/>
              <a:t>Generați</a:t>
            </a:r>
            <a:r>
              <a:rPr lang="en-US" dirty="0"/>
              <a:t> </a:t>
            </a:r>
            <a:r>
              <a:rPr lang="en-US" dirty="0" err="1"/>
              <a:t>scripturi</a:t>
            </a:r>
            <a:r>
              <a:rPr lang="en-US" dirty="0"/>
              <a:t> SQL. S-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aveți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un script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de date de </a:t>
            </a:r>
            <a:r>
              <a:rPr lang="en-US" dirty="0" err="1"/>
              <a:t>producție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depanarea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de </a:t>
            </a:r>
            <a:r>
              <a:rPr lang="en-US" dirty="0" err="1"/>
              <a:t>migrare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690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Migrations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Deschide</a:t>
            </a:r>
            <a:r>
              <a:rPr lang="en-US" dirty="0"/>
              <a:t> Package manager console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Add-Migration </a:t>
            </a:r>
            <a:r>
              <a:rPr lang="en-US" dirty="0" err="1"/>
              <a:t>numeMigrare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Update-Database </a:t>
            </a:r>
            <a:r>
              <a:rPr lang="en-US" dirty="0" err="1"/>
              <a:t>pentru</a:t>
            </a:r>
            <a:r>
              <a:rPr lang="en-US" dirty="0"/>
              <a:t> a genera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endParaRPr lang="en-US" dirty="0"/>
          </a:p>
          <a:p>
            <a:r>
              <a:rPr lang="en-US" dirty="0" err="1"/>
              <a:t>Verificati</a:t>
            </a:r>
            <a:r>
              <a:rPr lang="en-US" dirty="0"/>
              <a:t> ca </a:t>
            </a:r>
            <a:r>
              <a:rPr lang="en-US" dirty="0" err="1"/>
              <a:t>baza</a:t>
            </a:r>
            <a:r>
              <a:rPr lang="en-US" dirty="0"/>
              <a:t> de date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creata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97176-088D-4B9F-9668-D1A18C4C54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42632" y="2926834"/>
            <a:ext cx="4514850" cy="170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E1277-4544-4134-ABC2-DB2B9E3FF4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51465" y="5091049"/>
            <a:ext cx="14859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2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DataLayer</a:t>
            </a:r>
            <a:r>
              <a:rPr lang="en-US" dirty="0"/>
              <a:t>(1)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Adaugam</a:t>
            </a:r>
            <a:r>
              <a:rPr lang="en-US" dirty="0"/>
              <a:t> Folder </a:t>
            </a:r>
            <a:r>
              <a:rPr lang="en-US" dirty="0" err="1"/>
              <a:t>DataLayer</a:t>
            </a:r>
            <a:endParaRPr lang="en-US" dirty="0"/>
          </a:p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PlayerDataOps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CRUD pe </a:t>
            </a:r>
            <a:r>
              <a:rPr lang="en-US" dirty="0" err="1"/>
              <a:t>tabela</a:t>
            </a:r>
            <a:r>
              <a:rPr lang="en-US" dirty="0"/>
              <a:t> Player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572DF-254A-45C4-F817-17FB38408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22" y="3163440"/>
            <a:ext cx="4677428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DataLayer</a:t>
            </a:r>
            <a:r>
              <a:rPr lang="en-US" dirty="0"/>
              <a:t>(2)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consultare</a:t>
            </a:r>
            <a:r>
              <a:rPr lang="en-US" dirty="0"/>
              <a:t> a </a:t>
            </a:r>
            <a:r>
              <a:rPr lang="en-US" dirty="0" err="1"/>
              <a:t>listei</a:t>
            </a:r>
            <a:r>
              <a:rPr lang="en-US" dirty="0"/>
              <a:t> de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933E3-7640-4B3C-82A1-F5BE07C454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44054" y="2662237"/>
            <a:ext cx="52863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9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DataLayer</a:t>
            </a:r>
            <a:r>
              <a:rPr lang="en-US" dirty="0"/>
              <a:t>(3)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adaugare</a:t>
            </a:r>
            <a:r>
              <a:rPr lang="en-US" dirty="0"/>
              <a:t>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E8E9F-8989-4068-B0B6-4592C098C1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33255" y="2676013"/>
            <a:ext cx="5943600" cy="232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2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DataLayer</a:t>
            </a:r>
            <a:r>
              <a:rPr lang="en-US" dirty="0"/>
              <a:t>(4)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stergere</a:t>
            </a:r>
            <a:r>
              <a:rPr lang="en-US" dirty="0"/>
              <a:t>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AC598-291D-4857-9F46-D9C56B3743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7005" y="2804790"/>
            <a:ext cx="5943600" cy="20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9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DataLayer</a:t>
            </a:r>
            <a:r>
              <a:rPr lang="en-US" dirty="0"/>
              <a:t>(5)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 update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59CB89-FCF5-4305-98BA-60E5ADE3F0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4700" y="2831523"/>
            <a:ext cx="55626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2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Program.cs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Modificam</a:t>
            </a:r>
            <a:r>
              <a:rPr lang="en-US" dirty="0"/>
              <a:t> </a:t>
            </a:r>
            <a:r>
              <a:rPr lang="en-US" dirty="0" err="1"/>
              <a:t>Program.cs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 </a:t>
            </a:r>
            <a:r>
              <a:rPr lang="en-US" dirty="0" err="1"/>
              <a:t>sa</a:t>
            </a:r>
            <a:r>
              <a:rPr lang="en-US" dirty="0"/>
              <a:t> ne </a:t>
            </a:r>
            <a:r>
              <a:rPr lang="en-US" dirty="0" err="1"/>
              <a:t>folosim</a:t>
            </a:r>
            <a:r>
              <a:rPr lang="en-US" dirty="0"/>
              <a:t> de </a:t>
            </a:r>
          </a:p>
          <a:p>
            <a:pPr marL="0" indent="0">
              <a:buNone/>
            </a:pP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08A26-A775-409D-B87C-03E5BFA9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288" y="2133600"/>
            <a:ext cx="5906324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1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DiceGame</a:t>
            </a:r>
            <a:r>
              <a:rPr lang="en-US" dirty="0"/>
              <a:t>- </a:t>
            </a:r>
            <a:r>
              <a:rPr lang="en-US" dirty="0" err="1"/>
              <a:t>Baza</a:t>
            </a:r>
            <a:r>
              <a:rPr lang="en-US" dirty="0"/>
              <a:t> de date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Verificam</a:t>
            </a:r>
            <a:r>
              <a:rPr lang="en-US" dirty="0"/>
              <a:t> ca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rulare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modificata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8ECE6-3A5E-416B-8B13-0D13A9E280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29001" y="2598407"/>
            <a:ext cx="34290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969" y="2788555"/>
            <a:ext cx="8911687" cy="1280890"/>
          </a:xfrm>
        </p:spPr>
        <p:txBody>
          <a:bodyPr/>
          <a:lstStyle/>
          <a:p>
            <a:pPr algn="ctr"/>
            <a:r>
              <a:rPr lang="en-US" dirty="0" err="1"/>
              <a:t>Intrebari</a:t>
            </a:r>
            <a:r>
              <a:rPr lang="en-US" dirty="0"/>
              <a:t>?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46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901" y="2589476"/>
            <a:ext cx="8911687" cy="1280890"/>
          </a:xfrm>
        </p:spPr>
        <p:txBody>
          <a:bodyPr/>
          <a:lstStyle/>
          <a:p>
            <a:pPr algn="ctr"/>
            <a:r>
              <a:rPr lang="en-US" dirty="0" err="1"/>
              <a:t>Sfarsit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25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4A9229FFAF0B4FBBCCB8657FB550BD" ma:contentTypeVersion="2" ma:contentTypeDescription="Create a new document." ma:contentTypeScope="" ma:versionID="09592ac1844778355d08ddf694127870">
  <xsd:schema xmlns:xsd="http://www.w3.org/2001/XMLSchema" xmlns:xs="http://www.w3.org/2001/XMLSchema" xmlns:p="http://schemas.microsoft.com/office/2006/metadata/properties" xmlns:ns2="9ac89506-1bbd-47f4-8832-3af5264ebbad" targetNamespace="http://schemas.microsoft.com/office/2006/metadata/properties" ma:root="true" ma:fieldsID="6abbb36fe7a020f179d7ae0bdf95f04f" ns2:_="">
    <xsd:import namespace="9ac89506-1bbd-47f4-8832-3af5264ebb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c89506-1bbd-47f4-8832-3af5264eb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0A443D-8D01-418C-8CD0-6081DDA9F8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02156C-69DB-43CA-AA7D-1C8BE1182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c89506-1bbd-47f4-8832-3af5264eb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B1AD268-B907-4775-9868-96A3D7B4E1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3547</TotalTime>
  <Words>1211</Words>
  <Application>Microsoft Office PowerPoint</Application>
  <PresentationFormat>Widescreen</PresentationFormat>
  <Paragraphs>154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Century Gothic</vt:lpstr>
      <vt:lpstr>Wingdings 3</vt:lpstr>
      <vt:lpstr>Wisp</vt:lpstr>
      <vt:lpstr>.Net &amp; Entity Framework Core workshop</vt:lpstr>
      <vt:lpstr>.Net Overview</vt:lpstr>
      <vt:lpstr>Concepte OOP - Clasa</vt:lpstr>
      <vt:lpstr>Concepte OOP - Obiect</vt:lpstr>
      <vt:lpstr>Aplicatie DiceGame</vt:lpstr>
      <vt:lpstr>Aplicatie DiceGame- Clasa Player</vt:lpstr>
      <vt:lpstr>Concepte OOP - Constructor</vt:lpstr>
      <vt:lpstr>Aplicatie DiceGame- Clasa Player( Cod)</vt:lpstr>
      <vt:lpstr>Concepte OOP - Interfata</vt:lpstr>
      <vt:lpstr>Aplicatie DiceGame- Interfata IGame</vt:lpstr>
      <vt:lpstr>Aplicatie DiceGame- Clasa Dice</vt:lpstr>
      <vt:lpstr>Concepte OOP/ C# - Colectii</vt:lpstr>
      <vt:lpstr>Aplicatie DiceGame- Clasa MyDiceGame(1)</vt:lpstr>
      <vt:lpstr>Concepte OOP/ C# - LINQ</vt:lpstr>
      <vt:lpstr>Aplicatie DiceGame- Clasa MyDiceGame(2)</vt:lpstr>
      <vt:lpstr>Aplicatie DiceGame- Program.cs</vt:lpstr>
      <vt:lpstr>EntityFramework Core - Overview</vt:lpstr>
      <vt:lpstr>Aplicatie DiceGame- Adaugare EFCore(1)</vt:lpstr>
      <vt:lpstr>Aplicatie DiceGame- Adaugare EFCore(2)</vt:lpstr>
      <vt:lpstr>Aplicatie DiceGame- Adaugare EFCore(3)</vt:lpstr>
      <vt:lpstr>EntityFramework Core - DBContext</vt:lpstr>
      <vt:lpstr>Aplicatie DiceGame- DBContext</vt:lpstr>
      <vt:lpstr>EntityFramework Core - Migrations</vt:lpstr>
      <vt:lpstr>Aplicatie DiceGame- Migrations</vt:lpstr>
      <vt:lpstr>Aplicatie DiceGame- DataLayer(1)</vt:lpstr>
      <vt:lpstr>Aplicatie DiceGame- DataLayer(2)</vt:lpstr>
      <vt:lpstr>Aplicatie DiceGame- DataLayer(3)</vt:lpstr>
      <vt:lpstr>Aplicatie DiceGame- DataLayer(4)</vt:lpstr>
      <vt:lpstr>Aplicatie DiceGame- DataLayer(5)</vt:lpstr>
      <vt:lpstr>Aplicatie DiceGame- Program.cs</vt:lpstr>
      <vt:lpstr>Aplicatie DiceGame- Baza de date</vt:lpstr>
      <vt:lpstr>Intrebari?</vt:lpstr>
      <vt:lpstr>Sfarsit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Core &amp; Entity Framework Core workshop</dc:title>
  <dc:creator>Marcel Francu</dc:creator>
  <cp:lastModifiedBy>Marcel Francu</cp:lastModifiedBy>
  <cp:revision>36</cp:revision>
  <dcterms:created xsi:type="dcterms:W3CDTF">2019-07-11T19:34:07Z</dcterms:created>
  <dcterms:modified xsi:type="dcterms:W3CDTF">2026-07-06T07:30:32Z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0x010100F74A9229FFAF0B4FBBCCB8657FB550BD</vt:lpwstr>
  </property>
</Properties>
</file>